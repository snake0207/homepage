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0" r:id="rId1"/>
  </p:sldMasterIdLst>
  <p:notesMasterIdLst>
    <p:notesMasterId r:id="rId18"/>
  </p:notesMasterIdLst>
  <p:sldIdLst>
    <p:sldId id="341" r:id="rId2"/>
    <p:sldId id="351" r:id="rId3"/>
    <p:sldId id="352" r:id="rId4"/>
    <p:sldId id="350" r:id="rId5"/>
    <p:sldId id="343" r:id="rId6"/>
    <p:sldId id="344" r:id="rId7"/>
    <p:sldId id="353" r:id="rId8"/>
    <p:sldId id="354" r:id="rId9"/>
    <p:sldId id="355" r:id="rId10"/>
    <p:sldId id="345" r:id="rId11"/>
    <p:sldId id="347" r:id="rId12"/>
    <p:sldId id="346" r:id="rId13"/>
    <p:sldId id="342" r:id="rId14"/>
    <p:sldId id="348" r:id="rId15"/>
    <p:sldId id="349" r:id="rId16"/>
    <p:sldId id="356" r:id="rId17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731" userDrawn="1">
          <p15:clr>
            <a:srgbClr val="A4A3A4"/>
          </p15:clr>
        </p15:guide>
        <p15:guide id="2" pos="2880">
          <p15:clr>
            <a:srgbClr val="A4A3A4"/>
          </p15:clr>
        </p15:guide>
        <p15:guide id="3" orient="horz" pos="645" userDrawn="1">
          <p15:clr>
            <a:srgbClr val="A4A3A4"/>
          </p15:clr>
        </p15:guide>
        <p15:guide id="4" pos="816" userDrawn="1">
          <p15:clr>
            <a:srgbClr val="A4A3A4"/>
          </p15:clr>
        </p15:guide>
        <p15:guide id="5" pos="4717" userDrawn="1">
          <p15:clr>
            <a:srgbClr val="A4A3A4"/>
          </p15:clr>
        </p15:guide>
        <p15:guide id="6" pos="1111" userDrawn="1">
          <p15:clr>
            <a:srgbClr val="A4A3A4"/>
          </p15:clr>
        </p15:guide>
        <p15:guide id="7" pos="4218" userDrawn="1">
          <p15:clr>
            <a:srgbClr val="A4A3A4"/>
          </p15:clr>
        </p15:guide>
        <p15:guide id="8" orient="horz" pos="804" userDrawn="1">
          <p15:clr>
            <a:srgbClr val="A4A3A4"/>
          </p15:clr>
        </p15:guide>
        <p15:guide id="9" orient="horz" pos="2459" userDrawn="1">
          <p15:clr>
            <a:srgbClr val="A4A3A4"/>
          </p15:clr>
        </p15:guide>
        <p15:guide id="10" pos="204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38" d="100"/>
          <a:sy n="138" d="100"/>
        </p:scale>
        <p:origin x="114" y="132"/>
      </p:cViewPr>
      <p:guideLst>
        <p:guide orient="horz" pos="2731"/>
        <p:guide pos="2880"/>
        <p:guide orient="horz" pos="645"/>
        <p:guide pos="816"/>
        <p:guide pos="4717"/>
        <p:guide pos="1111"/>
        <p:guide pos="4218"/>
        <p:guide orient="horz" pos="804"/>
        <p:guide orient="horz" pos="2459"/>
        <p:guide pos="2041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gf8eb79a572_0_3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7" name="Google Shape;357;gf8eb79a572_0_3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2444779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gf8eb79a572_0_3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7" name="Google Shape;357;gf8eb79a572_0_3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527180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gf8eb79a572_0_3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7" name="Google Shape;357;gf8eb79a572_0_3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9536584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gf8eb79a572_0_3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7" name="Google Shape;357;gf8eb79a572_0_3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9725458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gf8eb79a572_0_3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7" name="Google Shape;357;gf8eb79a572_0_3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9156211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gf8eb79a572_0_3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7" name="Google Shape;357;gf8eb79a572_0_3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9237221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5">
          <a:extLst>
            <a:ext uri="{FF2B5EF4-FFF2-40B4-BE49-F238E27FC236}">
              <a16:creationId xmlns:a16="http://schemas.microsoft.com/office/drawing/2014/main" id="{38149EED-0909-5043-4ED0-F264414861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gf8eb79a572_0_352:notes">
            <a:extLst>
              <a:ext uri="{FF2B5EF4-FFF2-40B4-BE49-F238E27FC236}">
                <a16:creationId xmlns:a16="http://schemas.microsoft.com/office/drawing/2014/main" id="{E78216D3-BE2D-DAFA-DB4F-C2B71406AF8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7" name="Google Shape;357;gf8eb79a572_0_352:notes">
            <a:extLst>
              <a:ext uri="{FF2B5EF4-FFF2-40B4-BE49-F238E27FC236}">
                <a16:creationId xmlns:a16="http://schemas.microsoft.com/office/drawing/2014/main" id="{DB0501F8-84B3-0D23-73E0-C2F8A28B088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0609408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5">
          <a:extLst>
            <a:ext uri="{FF2B5EF4-FFF2-40B4-BE49-F238E27FC236}">
              <a16:creationId xmlns:a16="http://schemas.microsoft.com/office/drawing/2014/main" id="{87BED421-7D52-928B-DCB5-FD2C106890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gf8eb79a572_0_352:notes">
            <a:extLst>
              <a:ext uri="{FF2B5EF4-FFF2-40B4-BE49-F238E27FC236}">
                <a16:creationId xmlns:a16="http://schemas.microsoft.com/office/drawing/2014/main" id="{86E30642-7CBC-BB0B-5EF4-FE35CA6ABBC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7" name="Google Shape;357;gf8eb79a572_0_352:notes">
            <a:extLst>
              <a:ext uri="{FF2B5EF4-FFF2-40B4-BE49-F238E27FC236}">
                <a16:creationId xmlns:a16="http://schemas.microsoft.com/office/drawing/2014/main" id="{5349F905-9B98-7968-B30B-A25AF99CB66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433367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5">
          <a:extLst>
            <a:ext uri="{FF2B5EF4-FFF2-40B4-BE49-F238E27FC236}">
              <a16:creationId xmlns:a16="http://schemas.microsoft.com/office/drawing/2014/main" id="{3D869808-DD22-573F-F558-C6F0A955B8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gf8eb79a572_0_352:notes">
            <a:extLst>
              <a:ext uri="{FF2B5EF4-FFF2-40B4-BE49-F238E27FC236}">
                <a16:creationId xmlns:a16="http://schemas.microsoft.com/office/drawing/2014/main" id="{FEA6CA67-336F-FE07-1B21-0E1D9E88BBA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7" name="Google Shape;357;gf8eb79a572_0_352:notes">
            <a:extLst>
              <a:ext uri="{FF2B5EF4-FFF2-40B4-BE49-F238E27FC236}">
                <a16:creationId xmlns:a16="http://schemas.microsoft.com/office/drawing/2014/main" id="{52EA4CF1-E04A-088F-1002-F19B8810B04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4650596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gf8eb79a572_0_3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7" name="Google Shape;357;gf8eb79a572_0_3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1132513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gf8eb79a572_0_3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7" name="Google Shape;357;gf8eb79a572_0_3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1924890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gf8eb79a572_0_3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7" name="Google Shape;357;gf8eb79a572_0_3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5503276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gf8eb79a572_0_3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7" name="Google Shape;357;gf8eb79a572_0_3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7307427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gf8eb79a572_0_3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7" name="Google Shape;357;gf8eb79a572_0_3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8132626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gf8eb79a572_0_3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7" name="Google Shape;357;gf8eb79a572_0_3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9236000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5">
          <a:extLst>
            <a:ext uri="{FF2B5EF4-FFF2-40B4-BE49-F238E27FC236}">
              <a16:creationId xmlns:a16="http://schemas.microsoft.com/office/drawing/2014/main" id="{3C2737AA-43B9-736A-E210-3FC13C070F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gf8eb79a572_0_352:notes">
            <a:extLst>
              <a:ext uri="{FF2B5EF4-FFF2-40B4-BE49-F238E27FC236}">
                <a16:creationId xmlns:a16="http://schemas.microsoft.com/office/drawing/2014/main" id="{6F4A221D-D8D3-1932-E5B1-1EB5B34FE62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7" name="Google Shape;357;gf8eb79a572_0_352:notes">
            <a:extLst>
              <a:ext uri="{FF2B5EF4-FFF2-40B4-BE49-F238E27FC236}">
                <a16:creationId xmlns:a16="http://schemas.microsoft.com/office/drawing/2014/main" id="{0A3A4B86-4E3B-79E2-09FD-FA76273C2CB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394733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내용" type="obj">
  <p:cSld name="OBJECT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902189" y="213132"/>
            <a:ext cx="7338300" cy="62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902189" y="1047403"/>
            <a:ext cx="7338300" cy="361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 rtl="0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dt" idx="10"/>
          </p:nvPr>
        </p:nvSpPr>
        <p:spPr>
          <a:xfrm>
            <a:off x="901700" y="4817140"/>
            <a:ext cx="2250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34275" bIns="3427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ftr" idx="11"/>
          </p:nvPr>
        </p:nvSpPr>
        <p:spPr>
          <a:xfrm>
            <a:off x="4197353" y="4817140"/>
            <a:ext cx="37833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sldNum" idx="12"/>
          </p:nvPr>
        </p:nvSpPr>
        <p:spPr>
          <a:xfrm>
            <a:off x="7994196" y="4817140"/>
            <a:ext cx="7098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68575" bIns="34275" anchor="ctr" anchorCtr="0">
            <a:normAutofit/>
          </a:bodyPr>
          <a:lstStyle>
            <a:lvl1pPr marL="0" lvl="0" indent="0" algn="l" rtl="0">
              <a:spcBef>
                <a:spcPts val="0"/>
              </a:spcBef>
              <a:buNone/>
              <a:defRPr/>
            </a:lvl1pPr>
            <a:lvl2pPr marL="0" lvl="1" indent="0" algn="l" rtl="0">
              <a:spcBef>
                <a:spcPts val="0"/>
              </a:spcBef>
              <a:buNone/>
              <a:defRPr/>
            </a:lvl2pPr>
            <a:lvl3pPr marL="0" lvl="2" indent="0" algn="l" rtl="0">
              <a:spcBef>
                <a:spcPts val="0"/>
              </a:spcBef>
              <a:buNone/>
              <a:defRPr/>
            </a:lvl3pPr>
            <a:lvl4pPr marL="0" lvl="3" indent="0" algn="l" rtl="0">
              <a:spcBef>
                <a:spcPts val="0"/>
              </a:spcBef>
              <a:buNone/>
              <a:defRPr/>
            </a:lvl4pPr>
            <a:lvl5pPr marL="0" lvl="4" indent="0" algn="l" rtl="0">
              <a:spcBef>
                <a:spcPts val="0"/>
              </a:spcBef>
              <a:buNone/>
              <a:defRPr/>
            </a:lvl5pPr>
            <a:lvl6pPr marL="0" lvl="5" indent="0" algn="l" rtl="0">
              <a:spcBef>
                <a:spcPts val="0"/>
              </a:spcBef>
              <a:buNone/>
              <a:defRPr/>
            </a:lvl6pPr>
            <a:lvl7pPr marL="0" lvl="6" indent="0" algn="l" rtl="0">
              <a:spcBef>
                <a:spcPts val="0"/>
              </a:spcBef>
              <a:buNone/>
              <a:defRPr/>
            </a:lvl7pPr>
            <a:lvl8pPr marL="0" lvl="7" indent="0" algn="l" rtl="0">
              <a:spcBef>
                <a:spcPts val="0"/>
              </a:spcBef>
              <a:buNone/>
              <a:defRPr/>
            </a:lvl8pPr>
            <a:lvl9pPr marL="0" lvl="8" indent="0" algn="l" rtl="0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sv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10" Type="http://schemas.openxmlformats.org/officeDocument/2006/relationships/image" Target="../media/image11.png"/><Relationship Id="rId4" Type="http://schemas.openxmlformats.org/officeDocument/2006/relationships/image" Target="../media/image2.svg"/><Relationship Id="rId9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6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jpg"/><Relationship Id="rId4" Type="http://schemas.openxmlformats.org/officeDocument/2006/relationships/image" Target="../media/image2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3.png"/><Relationship Id="rId4" Type="http://schemas.openxmlformats.org/officeDocument/2006/relationships/image" Target="../media/image32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F1FF7A25-F9C6-24FD-5056-47332A882B9E}"/>
              </a:ext>
            </a:extLst>
          </p:cNvPr>
          <p:cNvSpPr/>
          <p:nvPr/>
        </p:nvSpPr>
        <p:spPr>
          <a:xfrm>
            <a:off x="1295400" y="1023938"/>
            <a:ext cx="6192838" cy="33115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noFill/>
            </a:endParaRPr>
          </a:p>
        </p:txBody>
      </p:sp>
      <p:pic>
        <p:nvPicPr>
          <p:cNvPr id="4" name="그래픽 3">
            <a:extLst>
              <a:ext uri="{FF2B5EF4-FFF2-40B4-BE49-F238E27FC236}">
                <a16:creationId xmlns:a16="http://schemas.microsoft.com/office/drawing/2014/main" id="{02DF3879-F592-8110-702B-FC2347959D2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403801" y="1025897"/>
            <a:ext cx="936000" cy="936000"/>
          </a:xfrm>
          <a:prstGeom prst="rect">
            <a:avLst/>
          </a:prstGeom>
        </p:spPr>
      </p:pic>
      <p:grpSp>
        <p:nvGrpSpPr>
          <p:cNvPr id="71" name="그룹 70">
            <a:extLst>
              <a:ext uri="{FF2B5EF4-FFF2-40B4-BE49-F238E27FC236}">
                <a16:creationId xmlns:a16="http://schemas.microsoft.com/office/drawing/2014/main" id="{3CF63DA0-B53C-2495-C0BB-3DD5647468FA}"/>
              </a:ext>
            </a:extLst>
          </p:cNvPr>
          <p:cNvGrpSpPr/>
          <p:nvPr/>
        </p:nvGrpSpPr>
        <p:grpSpPr>
          <a:xfrm>
            <a:off x="2150999" y="2047120"/>
            <a:ext cx="1603881" cy="519444"/>
            <a:chOff x="2146211" y="3153723"/>
            <a:chExt cx="1603881" cy="519444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887307FC-F3A5-EFD8-C5CD-E1DA11ECCA1F}"/>
                </a:ext>
              </a:extLst>
            </p:cNvPr>
            <p:cNvSpPr txBox="1"/>
            <p:nvPr/>
          </p:nvSpPr>
          <p:spPr>
            <a:xfrm>
              <a:off x="2173292" y="3153723"/>
              <a:ext cx="98118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dirty="0"/>
                <a:t>APACHE</a:t>
              </a:r>
              <a:endParaRPr lang="ko-KR" altLang="en-US" sz="1000" dirty="0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B6355653-8EBF-544D-5227-5DC24373FFAF}"/>
                </a:ext>
              </a:extLst>
            </p:cNvPr>
            <p:cNvSpPr txBox="1"/>
            <p:nvPr/>
          </p:nvSpPr>
          <p:spPr>
            <a:xfrm>
              <a:off x="2146211" y="3334613"/>
              <a:ext cx="160388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600" dirty="0"/>
                <a:t>Camel core</a:t>
              </a:r>
              <a:endParaRPr lang="ko-KR" altLang="en-US" sz="1600" dirty="0"/>
            </a:p>
          </p:txBody>
        </p:sp>
      </p:grpSp>
      <p:pic>
        <p:nvPicPr>
          <p:cNvPr id="11" name="그래픽 10">
            <a:extLst>
              <a:ext uri="{FF2B5EF4-FFF2-40B4-BE49-F238E27FC236}">
                <a16:creationId xmlns:a16="http://schemas.microsoft.com/office/drawing/2014/main" id="{2C8DCF18-C881-51AE-4E83-27FC8740E23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105207" y="1042186"/>
            <a:ext cx="1043640" cy="936000"/>
          </a:xfrm>
          <a:prstGeom prst="rect">
            <a:avLst/>
          </a:prstGeom>
        </p:spPr>
      </p:pic>
      <p:pic>
        <p:nvPicPr>
          <p:cNvPr id="14" name="그래픽 13">
            <a:extLst>
              <a:ext uri="{FF2B5EF4-FFF2-40B4-BE49-F238E27FC236}">
                <a16:creationId xmlns:a16="http://schemas.microsoft.com/office/drawing/2014/main" id="{3D8470EC-47FF-8292-04C4-E899AA41423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242643" y="569521"/>
            <a:ext cx="756000" cy="1229267"/>
          </a:xfrm>
          <a:prstGeom prst="rect">
            <a:avLst/>
          </a:prstGeom>
        </p:spPr>
      </p:pic>
      <p:sp>
        <p:nvSpPr>
          <p:cNvPr id="15" name="타원 14">
            <a:extLst>
              <a:ext uri="{FF2B5EF4-FFF2-40B4-BE49-F238E27FC236}">
                <a16:creationId xmlns:a16="http://schemas.microsoft.com/office/drawing/2014/main" id="{48A9C598-180C-9AE0-9F03-DB3F43C69D50}"/>
              </a:ext>
            </a:extLst>
          </p:cNvPr>
          <p:cNvSpPr/>
          <p:nvPr/>
        </p:nvSpPr>
        <p:spPr>
          <a:xfrm>
            <a:off x="1264624" y="1084679"/>
            <a:ext cx="125602" cy="165289"/>
          </a:xfrm>
          <a:prstGeom prst="ellipse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4E1A560F-583F-1708-86D8-0C0CC9A2D779}"/>
              </a:ext>
            </a:extLst>
          </p:cNvPr>
          <p:cNvSpPr/>
          <p:nvPr/>
        </p:nvSpPr>
        <p:spPr>
          <a:xfrm>
            <a:off x="1113902" y="1495662"/>
            <a:ext cx="75361" cy="99173"/>
          </a:xfrm>
          <a:prstGeom prst="ellipse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B03C2943-BA48-1EA3-EEF8-B9AC40E147BE}"/>
              </a:ext>
            </a:extLst>
          </p:cNvPr>
          <p:cNvSpPr/>
          <p:nvPr/>
        </p:nvSpPr>
        <p:spPr>
          <a:xfrm>
            <a:off x="1405753" y="1607969"/>
            <a:ext cx="75361" cy="99173"/>
          </a:xfrm>
          <a:prstGeom prst="ellipse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EAD3CF1E-C650-5FA7-A100-46B3BA518F49}"/>
              </a:ext>
            </a:extLst>
          </p:cNvPr>
          <p:cNvSpPr/>
          <p:nvPr/>
        </p:nvSpPr>
        <p:spPr>
          <a:xfrm>
            <a:off x="945468" y="1887275"/>
            <a:ext cx="100482" cy="132231"/>
          </a:xfrm>
          <a:prstGeom prst="ellipse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타원 18">
            <a:extLst>
              <a:ext uri="{FF2B5EF4-FFF2-40B4-BE49-F238E27FC236}">
                <a16:creationId xmlns:a16="http://schemas.microsoft.com/office/drawing/2014/main" id="{2787B7CC-E8E6-6F78-8F59-E7EDC0A0C422}"/>
              </a:ext>
            </a:extLst>
          </p:cNvPr>
          <p:cNvSpPr/>
          <p:nvPr/>
        </p:nvSpPr>
        <p:spPr>
          <a:xfrm>
            <a:off x="925498" y="801418"/>
            <a:ext cx="75361" cy="99173"/>
          </a:xfrm>
          <a:prstGeom prst="ellipse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타원 19">
            <a:extLst>
              <a:ext uri="{FF2B5EF4-FFF2-40B4-BE49-F238E27FC236}">
                <a16:creationId xmlns:a16="http://schemas.microsoft.com/office/drawing/2014/main" id="{C9F53B1E-73AC-46B5-4629-6D3106940713}"/>
              </a:ext>
            </a:extLst>
          </p:cNvPr>
          <p:cNvSpPr/>
          <p:nvPr/>
        </p:nvSpPr>
        <p:spPr>
          <a:xfrm>
            <a:off x="1581016" y="952448"/>
            <a:ext cx="100482" cy="132231"/>
          </a:xfrm>
          <a:prstGeom prst="ellipse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타원 20">
            <a:extLst>
              <a:ext uri="{FF2B5EF4-FFF2-40B4-BE49-F238E27FC236}">
                <a16:creationId xmlns:a16="http://schemas.microsoft.com/office/drawing/2014/main" id="{DDF7BEF4-B125-E7AA-116F-FE69B4F446C5}"/>
              </a:ext>
            </a:extLst>
          </p:cNvPr>
          <p:cNvSpPr/>
          <p:nvPr/>
        </p:nvSpPr>
        <p:spPr>
          <a:xfrm>
            <a:off x="1523413" y="2086410"/>
            <a:ext cx="95458" cy="119008"/>
          </a:xfrm>
          <a:prstGeom prst="ellipse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CDC37C82-7846-61B0-6EAD-AFE73C1F3BBC}"/>
              </a:ext>
            </a:extLst>
          </p:cNvPr>
          <p:cNvCxnSpPr>
            <a:cxnSpLocks/>
            <a:stCxn id="19" idx="6"/>
            <a:endCxn id="15" idx="1"/>
          </p:cNvCxnSpPr>
          <p:nvPr/>
        </p:nvCxnSpPr>
        <p:spPr>
          <a:xfrm>
            <a:off x="1000859" y="851005"/>
            <a:ext cx="282159" cy="257880"/>
          </a:xfrm>
          <a:prstGeom prst="line">
            <a:avLst/>
          </a:prstGeom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940C52F2-D435-1E81-7E31-E918B1CB8092}"/>
              </a:ext>
            </a:extLst>
          </p:cNvPr>
          <p:cNvCxnSpPr>
            <a:cxnSpLocks/>
            <a:stCxn id="19" idx="4"/>
            <a:endCxn id="18" idx="0"/>
          </p:cNvCxnSpPr>
          <p:nvPr/>
        </p:nvCxnSpPr>
        <p:spPr>
          <a:xfrm>
            <a:off x="963179" y="900591"/>
            <a:ext cx="32530" cy="986684"/>
          </a:xfrm>
          <a:prstGeom prst="line">
            <a:avLst/>
          </a:prstGeom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직선 연결선 27">
            <a:extLst>
              <a:ext uri="{FF2B5EF4-FFF2-40B4-BE49-F238E27FC236}">
                <a16:creationId xmlns:a16="http://schemas.microsoft.com/office/drawing/2014/main" id="{BCE705CA-0B6A-DE00-1FF4-3F6867E9B432}"/>
              </a:ext>
            </a:extLst>
          </p:cNvPr>
          <p:cNvCxnSpPr>
            <a:cxnSpLocks/>
            <a:stCxn id="19" idx="5"/>
            <a:endCxn id="16" idx="1"/>
          </p:cNvCxnSpPr>
          <p:nvPr/>
        </p:nvCxnSpPr>
        <p:spPr>
          <a:xfrm>
            <a:off x="989823" y="886068"/>
            <a:ext cx="135115" cy="624118"/>
          </a:xfrm>
          <a:prstGeom prst="line">
            <a:avLst/>
          </a:prstGeom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직선 연결선 31">
            <a:extLst>
              <a:ext uri="{FF2B5EF4-FFF2-40B4-BE49-F238E27FC236}">
                <a16:creationId xmlns:a16="http://schemas.microsoft.com/office/drawing/2014/main" id="{3FD945CD-EB83-CDE8-F018-47F85E96B4E1}"/>
              </a:ext>
            </a:extLst>
          </p:cNvPr>
          <p:cNvCxnSpPr>
            <a:cxnSpLocks/>
            <a:stCxn id="15" idx="7"/>
            <a:endCxn id="20" idx="2"/>
          </p:cNvCxnSpPr>
          <p:nvPr/>
        </p:nvCxnSpPr>
        <p:spPr>
          <a:xfrm flipV="1">
            <a:off x="1371833" y="1018564"/>
            <a:ext cx="209183" cy="90321"/>
          </a:xfrm>
          <a:prstGeom prst="line">
            <a:avLst/>
          </a:prstGeom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직선 연결선 34">
            <a:extLst>
              <a:ext uri="{FF2B5EF4-FFF2-40B4-BE49-F238E27FC236}">
                <a16:creationId xmlns:a16="http://schemas.microsoft.com/office/drawing/2014/main" id="{1BCF8CA9-2F19-1C2E-4336-89E309956E42}"/>
              </a:ext>
            </a:extLst>
          </p:cNvPr>
          <p:cNvCxnSpPr>
            <a:cxnSpLocks/>
            <a:stCxn id="15" idx="4"/>
            <a:endCxn id="17" idx="1"/>
          </p:cNvCxnSpPr>
          <p:nvPr/>
        </p:nvCxnSpPr>
        <p:spPr>
          <a:xfrm>
            <a:off x="1327426" y="1249968"/>
            <a:ext cx="89363" cy="372524"/>
          </a:xfrm>
          <a:prstGeom prst="line">
            <a:avLst/>
          </a:prstGeom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직선 연결선 38">
            <a:extLst>
              <a:ext uri="{FF2B5EF4-FFF2-40B4-BE49-F238E27FC236}">
                <a16:creationId xmlns:a16="http://schemas.microsoft.com/office/drawing/2014/main" id="{D8F8D7F4-9D4D-A499-8370-8706E7116998}"/>
              </a:ext>
            </a:extLst>
          </p:cNvPr>
          <p:cNvCxnSpPr>
            <a:cxnSpLocks/>
            <a:stCxn id="20" idx="3"/>
            <a:endCxn id="17" idx="0"/>
          </p:cNvCxnSpPr>
          <p:nvPr/>
        </p:nvCxnSpPr>
        <p:spPr>
          <a:xfrm flipH="1">
            <a:off x="1443433" y="1065315"/>
            <a:ext cx="152298" cy="542654"/>
          </a:xfrm>
          <a:prstGeom prst="line">
            <a:avLst/>
          </a:prstGeom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직선 연결선 41">
            <a:extLst>
              <a:ext uri="{FF2B5EF4-FFF2-40B4-BE49-F238E27FC236}">
                <a16:creationId xmlns:a16="http://schemas.microsoft.com/office/drawing/2014/main" id="{F5029ED3-E265-040C-0E36-03909875C6F5}"/>
              </a:ext>
            </a:extLst>
          </p:cNvPr>
          <p:cNvCxnSpPr>
            <a:cxnSpLocks/>
            <a:stCxn id="20" idx="4"/>
            <a:endCxn id="21" idx="0"/>
          </p:cNvCxnSpPr>
          <p:nvPr/>
        </p:nvCxnSpPr>
        <p:spPr>
          <a:xfrm flipH="1">
            <a:off x="1571142" y="1084679"/>
            <a:ext cx="60115" cy="1001731"/>
          </a:xfrm>
          <a:prstGeom prst="line">
            <a:avLst/>
          </a:prstGeom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직선 연결선 47">
            <a:extLst>
              <a:ext uri="{FF2B5EF4-FFF2-40B4-BE49-F238E27FC236}">
                <a16:creationId xmlns:a16="http://schemas.microsoft.com/office/drawing/2014/main" id="{D79B11A0-65CD-9422-D15D-4F22989FF59F}"/>
              </a:ext>
            </a:extLst>
          </p:cNvPr>
          <p:cNvCxnSpPr>
            <a:cxnSpLocks/>
            <a:stCxn id="15" idx="3"/>
            <a:endCxn id="16" idx="7"/>
          </p:cNvCxnSpPr>
          <p:nvPr/>
        </p:nvCxnSpPr>
        <p:spPr>
          <a:xfrm flipH="1">
            <a:off x="1178227" y="1225763"/>
            <a:ext cx="104791" cy="284423"/>
          </a:xfrm>
          <a:prstGeom prst="line">
            <a:avLst/>
          </a:prstGeom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직선 연결선 50">
            <a:extLst>
              <a:ext uri="{FF2B5EF4-FFF2-40B4-BE49-F238E27FC236}">
                <a16:creationId xmlns:a16="http://schemas.microsoft.com/office/drawing/2014/main" id="{A474E308-18CB-EBE5-096B-A36EA7C08E6E}"/>
              </a:ext>
            </a:extLst>
          </p:cNvPr>
          <p:cNvCxnSpPr>
            <a:cxnSpLocks/>
            <a:stCxn id="16" idx="3"/>
            <a:endCxn id="18" idx="7"/>
          </p:cNvCxnSpPr>
          <p:nvPr/>
        </p:nvCxnSpPr>
        <p:spPr>
          <a:xfrm flipH="1">
            <a:off x="1031235" y="1580312"/>
            <a:ext cx="93703" cy="326327"/>
          </a:xfrm>
          <a:prstGeom prst="line">
            <a:avLst/>
          </a:prstGeom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직선 연결선 53">
            <a:extLst>
              <a:ext uri="{FF2B5EF4-FFF2-40B4-BE49-F238E27FC236}">
                <a16:creationId xmlns:a16="http://schemas.microsoft.com/office/drawing/2014/main" id="{E9BEA2FD-8F51-7E30-D1B3-5A439B9B49B8}"/>
              </a:ext>
            </a:extLst>
          </p:cNvPr>
          <p:cNvCxnSpPr>
            <a:cxnSpLocks/>
            <a:stCxn id="21" idx="2"/>
            <a:endCxn id="18" idx="5"/>
          </p:cNvCxnSpPr>
          <p:nvPr/>
        </p:nvCxnSpPr>
        <p:spPr>
          <a:xfrm flipH="1" flipV="1">
            <a:off x="1031235" y="2000142"/>
            <a:ext cx="492178" cy="145772"/>
          </a:xfrm>
          <a:prstGeom prst="line">
            <a:avLst/>
          </a:prstGeom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직선 연결선 56">
            <a:extLst>
              <a:ext uri="{FF2B5EF4-FFF2-40B4-BE49-F238E27FC236}">
                <a16:creationId xmlns:a16="http://schemas.microsoft.com/office/drawing/2014/main" id="{239033D5-3068-284C-8F3E-5EF02F8DD972}"/>
              </a:ext>
            </a:extLst>
          </p:cNvPr>
          <p:cNvCxnSpPr>
            <a:cxnSpLocks/>
            <a:stCxn id="17" idx="3"/>
            <a:endCxn id="18" idx="6"/>
          </p:cNvCxnSpPr>
          <p:nvPr/>
        </p:nvCxnSpPr>
        <p:spPr>
          <a:xfrm flipH="1">
            <a:off x="1045950" y="1692619"/>
            <a:ext cx="370839" cy="260772"/>
          </a:xfrm>
          <a:prstGeom prst="line">
            <a:avLst/>
          </a:prstGeom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직선 연결선 59">
            <a:extLst>
              <a:ext uri="{FF2B5EF4-FFF2-40B4-BE49-F238E27FC236}">
                <a16:creationId xmlns:a16="http://schemas.microsoft.com/office/drawing/2014/main" id="{B9F78BC1-D86A-15EC-A3D0-B4E89E5450DF}"/>
              </a:ext>
            </a:extLst>
          </p:cNvPr>
          <p:cNvCxnSpPr>
            <a:cxnSpLocks/>
            <a:stCxn id="17" idx="4"/>
            <a:endCxn id="21" idx="1"/>
          </p:cNvCxnSpPr>
          <p:nvPr/>
        </p:nvCxnSpPr>
        <p:spPr>
          <a:xfrm>
            <a:off x="1443433" y="1707142"/>
            <a:ext cx="93960" cy="396696"/>
          </a:xfrm>
          <a:prstGeom prst="line">
            <a:avLst/>
          </a:prstGeom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직선 연결선 62">
            <a:extLst>
              <a:ext uri="{FF2B5EF4-FFF2-40B4-BE49-F238E27FC236}">
                <a16:creationId xmlns:a16="http://schemas.microsoft.com/office/drawing/2014/main" id="{6FF4DE27-7C7D-8B28-430A-30778821218E}"/>
              </a:ext>
            </a:extLst>
          </p:cNvPr>
          <p:cNvCxnSpPr>
            <a:cxnSpLocks/>
            <a:stCxn id="16" idx="5"/>
            <a:endCxn id="17" idx="2"/>
          </p:cNvCxnSpPr>
          <p:nvPr/>
        </p:nvCxnSpPr>
        <p:spPr>
          <a:xfrm>
            <a:off x="1178227" y="1580312"/>
            <a:ext cx="227526" cy="77243"/>
          </a:xfrm>
          <a:prstGeom prst="line">
            <a:avLst/>
          </a:prstGeom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TextBox 66">
            <a:extLst>
              <a:ext uri="{FF2B5EF4-FFF2-40B4-BE49-F238E27FC236}">
                <a16:creationId xmlns:a16="http://schemas.microsoft.com/office/drawing/2014/main" id="{0433DC09-D647-00D0-E377-C74C21DF1846}"/>
              </a:ext>
            </a:extLst>
          </p:cNvPr>
          <p:cNvSpPr txBox="1"/>
          <p:nvPr/>
        </p:nvSpPr>
        <p:spPr>
          <a:xfrm>
            <a:off x="861397" y="2342640"/>
            <a:ext cx="98118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/>
              <a:t>NoSQL</a:t>
            </a:r>
            <a:endParaRPr lang="ko-KR" altLang="en-US" sz="1600" dirty="0"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2D5AD149-60FD-A6CB-F9EE-ED5BF2592398}"/>
              </a:ext>
            </a:extLst>
          </p:cNvPr>
          <p:cNvSpPr txBox="1"/>
          <p:nvPr/>
        </p:nvSpPr>
        <p:spPr>
          <a:xfrm>
            <a:off x="4227866" y="2192777"/>
            <a:ext cx="92098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/>
              <a:t>Spring</a:t>
            </a:r>
            <a:endParaRPr lang="ko-KR" altLang="en-US" sz="1600" dirty="0"/>
          </a:p>
        </p:txBody>
      </p:sp>
      <p:grpSp>
        <p:nvGrpSpPr>
          <p:cNvPr id="72" name="그룹 71">
            <a:extLst>
              <a:ext uri="{FF2B5EF4-FFF2-40B4-BE49-F238E27FC236}">
                <a16:creationId xmlns:a16="http://schemas.microsoft.com/office/drawing/2014/main" id="{113BE855-6D05-AB68-850E-42DD74304DCE}"/>
              </a:ext>
            </a:extLst>
          </p:cNvPr>
          <p:cNvGrpSpPr/>
          <p:nvPr/>
        </p:nvGrpSpPr>
        <p:grpSpPr>
          <a:xfrm>
            <a:off x="6873362" y="2047120"/>
            <a:ext cx="920981" cy="519444"/>
            <a:chOff x="6773324" y="3153723"/>
            <a:chExt cx="920981" cy="519444"/>
          </a:xfrm>
        </p:grpSpPr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5BCD6056-3853-7072-81DF-5B6CB04BA3DE}"/>
                </a:ext>
              </a:extLst>
            </p:cNvPr>
            <p:cNvSpPr txBox="1"/>
            <p:nvPr/>
          </p:nvSpPr>
          <p:spPr>
            <a:xfrm>
              <a:off x="6775005" y="3153723"/>
              <a:ext cx="91930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dirty="0"/>
                <a:t>APACHE</a:t>
              </a:r>
              <a:endParaRPr lang="ko-KR" altLang="en-US" sz="1000" dirty="0"/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83F0E0B6-E3A2-5C38-B967-53B741A96179}"/>
                </a:ext>
              </a:extLst>
            </p:cNvPr>
            <p:cNvSpPr txBox="1"/>
            <p:nvPr/>
          </p:nvSpPr>
          <p:spPr>
            <a:xfrm>
              <a:off x="6773324" y="3334613"/>
              <a:ext cx="92098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600" dirty="0" err="1"/>
                <a:t>kafka</a:t>
              </a:r>
              <a:endParaRPr lang="ko-KR" altLang="en-US" sz="1600" dirty="0"/>
            </a:p>
          </p:txBody>
        </p:sp>
      </p:grpSp>
      <p:pic>
        <p:nvPicPr>
          <p:cNvPr id="7" name="그림 6" descr="그래픽, 그래픽 디자인, 폰트, 상징이(가) 표시된 사진&#10;&#10;자동 생성된 설명">
            <a:extLst>
              <a:ext uri="{FF2B5EF4-FFF2-40B4-BE49-F238E27FC236}">
                <a16:creationId xmlns:a16="http://schemas.microsoft.com/office/drawing/2014/main" id="{7FB2CA11-0086-725F-D535-825302D6DC2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038390" y="3912223"/>
            <a:ext cx="423240" cy="42324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8E327FC-069E-9592-A23C-199249DC9C0E}"/>
              </a:ext>
            </a:extLst>
          </p:cNvPr>
          <p:cNvSpPr txBox="1"/>
          <p:nvPr/>
        </p:nvSpPr>
        <p:spPr>
          <a:xfrm>
            <a:off x="4503853" y="3704063"/>
            <a:ext cx="368827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800" dirty="0" err="1"/>
              <a:t>acroFuture</a:t>
            </a:r>
            <a:endParaRPr lang="ko-KR" altLang="en-US" sz="4800" dirty="0"/>
          </a:p>
        </p:txBody>
      </p:sp>
    </p:spTree>
    <p:extLst>
      <p:ext uri="{BB962C8B-B14F-4D97-AF65-F5344CB8AC3E}">
        <p14:creationId xmlns:p14="http://schemas.microsoft.com/office/powerpoint/2010/main" val="41374317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F1FF7A25-F9C6-24FD-5056-47332A882B9E}"/>
              </a:ext>
            </a:extLst>
          </p:cNvPr>
          <p:cNvSpPr/>
          <p:nvPr/>
        </p:nvSpPr>
        <p:spPr>
          <a:xfrm>
            <a:off x="1295400" y="1023938"/>
            <a:ext cx="6192838" cy="33115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noFill/>
            </a:endParaRPr>
          </a:p>
        </p:txBody>
      </p:sp>
      <p:grpSp>
        <p:nvGrpSpPr>
          <p:cNvPr id="100" name="그룹 99">
            <a:extLst>
              <a:ext uri="{FF2B5EF4-FFF2-40B4-BE49-F238E27FC236}">
                <a16:creationId xmlns:a16="http://schemas.microsoft.com/office/drawing/2014/main" id="{214EC3D1-007D-314D-0F67-2EF2A91DB44F}"/>
              </a:ext>
            </a:extLst>
          </p:cNvPr>
          <p:cNvGrpSpPr/>
          <p:nvPr/>
        </p:nvGrpSpPr>
        <p:grpSpPr>
          <a:xfrm>
            <a:off x="1949361" y="1265772"/>
            <a:ext cx="4496482" cy="2693838"/>
            <a:chOff x="1949361" y="1265772"/>
            <a:chExt cx="4496482" cy="2693838"/>
          </a:xfrm>
        </p:grpSpPr>
        <p:pic>
          <p:nvPicPr>
            <p:cNvPr id="3" name="그래픽 2">
              <a:extLst>
                <a:ext uri="{FF2B5EF4-FFF2-40B4-BE49-F238E27FC236}">
                  <a16:creationId xmlns:a16="http://schemas.microsoft.com/office/drawing/2014/main" id="{8DB057C1-2CE5-10DC-AC0B-566716E5C0A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2081513" y="2329350"/>
              <a:ext cx="936000" cy="936000"/>
            </a:xfrm>
            <a:prstGeom prst="rect">
              <a:avLst/>
            </a:prstGeom>
          </p:spPr>
        </p:pic>
        <p:grpSp>
          <p:nvGrpSpPr>
            <p:cNvPr id="7" name="그룹 6">
              <a:extLst>
                <a:ext uri="{FF2B5EF4-FFF2-40B4-BE49-F238E27FC236}">
                  <a16:creationId xmlns:a16="http://schemas.microsoft.com/office/drawing/2014/main" id="{C5990B93-1051-583E-5485-F06005415F65}"/>
                </a:ext>
              </a:extLst>
            </p:cNvPr>
            <p:cNvGrpSpPr/>
            <p:nvPr/>
          </p:nvGrpSpPr>
          <p:grpSpPr>
            <a:xfrm>
              <a:off x="1949361" y="3350573"/>
              <a:ext cx="1411377" cy="519444"/>
              <a:chOff x="2146211" y="3153723"/>
              <a:chExt cx="1603881" cy="519444"/>
            </a:xfrm>
          </p:grpSpPr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DBBB202-F599-E26E-D998-55AAACD05FEC}"/>
                  </a:ext>
                </a:extLst>
              </p:cNvPr>
              <p:cNvSpPr txBox="1"/>
              <p:nvPr/>
            </p:nvSpPr>
            <p:spPr>
              <a:xfrm>
                <a:off x="2173292" y="3153723"/>
                <a:ext cx="981187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000" dirty="0">
                    <a:solidFill>
                      <a:schemeClr val="bg1">
                        <a:lumMod val="65000"/>
                      </a:schemeClr>
                    </a:solidFill>
                  </a:rPr>
                  <a:t>APACHE</a:t>
                </a:r>
                <a:endParaRPr lang="ko-KR" altLang="en-US" sz="1000" dirty="0">
                  <a:solidFill>
                    <a:schemeClr val="bg1">
                      <a:lumMod val="65000"/>
                    </a:schemeClr>
                  </a:solidFill>
                </a:endParaRPr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64BF9BE-F5CB-D4AC-4273-20E9E2AA56EB}"/>
                  </a:ext>
                </a:extLst>
              </p:cNvPr>
              <p:cNvSpPr txBox="1"/>
              <p:nvPr/>
            </p:nvSpPr>
            <p:spPr>
              <a:xfrm>
                <a:off x="2146211" y="3334613"/>
                <a:ext cx="1603881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600" dirty="0">
                    <a:solidFill>
                      <a:schemeClr val="bg1">
                        <a:lumMod val="65000"/>
                      </a:schemeClr>
                    </a:solidFill>
                  </a:rPr>
                  <a:t>Camel core</a:t>
                </a:r>
                <a:endParaRPr lang="ko-KR" altLang="en-US" sz="1600" dirty="0">
                  <a:solidFill>
                    <a:schemeClr val="bg1">
                      <a:lumMod val="65000"/>
                    </a:schemeClr>
                  </a:solidFill>
                </a:endParaRPr>
              </a:p>
            </p:txBody>
          </p:sp>
        </p:grpSp>
        <p:pic>
          <p:nvPicPr>
            <p:cNvPr id="10" name="그래픽 9">
              <a:extLst>
                <a:ext uri="{FF2B5EF4-FFF2-40B4-BE49-F238E27FC236}">
                  <a16:creationId xmlns:a16="http://schemas.microsoft.com/office/drawing/2014/main" id="{55377343-3D83-CAD0-B049-F31CEFF431B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3782919" y="2345639"/>
              <a:ext cx="1043640" cy="936000"/>
            </a:xfrm>
            <a:prstGeom prst="rect">
              <a:avLst/>
            </a:prstGeom>
          </p:spPr>
        </p:pic>
        <p:grpSp>
          <p:nvGrpSpPr>
            <p:cNvPr id="12" name="그룹 11">
              <a:extLst>
                <a:ext uri="{FF2B5EF4-FFF2-40B4-BE49-F238E27FC236}">
                  <a16:creationId xmlns:a16="http://schemas.microsoft.com/office/drawing/2014/main" id="{C3900EE4-333C-79A9-4EA8-AE9070682544}"/>
                </a:ext>
              </a:extLst>
            </p:cNvPr>
            <p:cNvGrpSpPr/>
            <p:nvPr/>
          </p:nvGrpSpPr>
          <p:grpSpPr>
            <a:xfrm>
              <a:off x="5551023" y="2070099"/>
              <a:ext cx="684677" cy="1375723"/>
              <a:chOff x="3315600" y="3392328"/>
              <a:chExt cx="1083419" cy="1528958"/>
            </a:xfrm>
          </p:grpSpPr>
          <p:sp>
            <p:nvSpPr>
              <p:cNvPr id="13" name="타원 12">
                <a:extLst>
                  <a:ext uri="{FF2B5EF4-FFF2-40B4-BE49-F238E27FC236}">
                    <a16:creationId xmlns:a16="http://schemas.microsoft.com/office/drawing/2014/main" id="{F9C1F3D7-7910-A79C-D433-215DB16D5A52}"/>
                  </a:ext>
                </a:extLst>
              </p:cNvPr>
              <p:cNvSpPr/>
              <p:nvPr/>
            </p:nvSpPr>
            <p:spPr>
              <a:xfrm>
                <a:off x="3801600" y="3700800"/>
                <a:ext cx="180000" cy="180000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" name="타원 21">
                <a:extLst>
                  <a:ext uri="{FF2B5EF4-FFF2-40B4-BE49-F238E27FC236}">
                    <a16:creationId xmlns:a16="http://schemas.microsoft.com/office/drawing/2014/main" id="{50C85AB3-578B-9AFB-3F49-220F9966C573}"/>
                  </a:ext>
                </a:extLst>
              </p:cNvPr>
              <p:cNvSpPr/>
              <p:nvPr/>
            </p:nvSpPr>
            <p:spPr>
              <a:xfrm>
                <a:off x="3585600" y="4148361"/>
                <a:ext cx="108000" cy="108000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4" name="타원 23">
                <a:extLst>
                  <a:ext uri="{FF2B5EF4-FFF2-40B4-BE49-F238E27FC236}">
                    <a16:creationId xmlns:a16="http://schemas.microsoft.com/office/drawing/2014/main" id="{33AC40B9-F2B1-E561-91E8-063F16748F7A}"/>
                  </a:ext>
                </a:extLst>
              </p:cNvPr>
              <p:cNvSpPr/>
              <p:nvPr/>
            </p:nvSpPr>
            <p:spPr>
              <a:xfrm>
                <a:off x="4003850" y="4270663"/>
                <a:ext cx="108000" cy="108000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6" name="타원 25">
                <a:extLst>
                  <a:ext uri="{FF2B5EF4-FFF2-40B4-BE49-F238E27FC236}">
                    <a16:creationId xmlns:a16="http://schemas.microsoft.com/office/drawing/2014/main" id="{480623A6-8B61-E75B-D2FC-A152E9EFC5ED}"/>
                  </a:ext>
                </a:extLst>
              </p:cNvPr>
              <p:cNvSpPr/>
              <p:nvPr/>
            </p:nvSpPr>
            <p:spPr>
              <a:xfrm>
                <a:off x="3344219" y="4574828"/>
                <a:ext cx="144000" cy="144000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7" name="타원 26">
                <a:extLst>
                  <a:ext uri="{FF2B5EF4-FFF2-40B4-BE49-F238E27FC236}">
                    <a16:creationId xmlns:a16="http://schemas.microsoft.com/office/drawing/2014/main" id="{5B736692-77E9-CFD7-603F-2CEF309E80BB}"/>
                  </a:ext>
                </a:extLst>
              </p:cNvPr>
              <p:cNvSpPr/>
              <p:nvPr/>
            </p:nvSpPr>
            <p:spPr>
              <a:xfrm>
                <a:off x="3315600" y="3392328"/>
                <a:ext cx="108000" cy="108000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9" name="타원 28">
                <a:extLst>
                  <a:ext uri="{FF2B5EF4-FFF2-40B4-BE49-F238E27FC236}">
                    <a16:creationId xmlns:a16="http://schemas.microsoft.com/office/drawing/2014/main" id="{E96FBE08-BBB5-2882-CAFE-80EA582AA5A6}"/>
                  </a:ext>
                </a:extLst>
              </p:cNvPr>
              <p:cNvSpPr/>
              <p:nvPr/>
            </p:nvSpPr>
            <p:spPr>
              <a:xfrm>
                <a:off x="4255019" y="3556800"/>
                <a:ext cx="144000" cy="144000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0" name="타원 29">
                <a:extLst>
                  <a:ext uri="{FF2B5EF4-FFF2-40B4-BE49-F238E27FC236}">
                    <a16:creationId xmlns:a16="http://schemas.microsoft.com/office/drawing/2014/main" id="{CC7C7B86-C987-93A4-CD7C-A75C03AD348D}"/>
                  </a:ext>
                </a:extLst>
              </p:cNvPr>
              <p:cNvSpPr/>
              <p:nvPr/>
            </p:nvSpPr>
            <p:spPr>
              <a:xfrm>
                <a:off x="4172469" y="4791686"/>
                <a:ext cx="136800" cy="129600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cxnSp>
            <p:nvCxnSpPr>
              <p:cNvPr id="31" name="직선 연결선 30">
                <a:extLst>
                  <a:ext uri="{FF2B5EF4-FFF2-40B4-BE49-F238E27FC236}">
                    <a16:creationId xmlns:a16="http://schemas.microsoft.com/office/drawing/2014/main" id="{2267E6AD-C97C-3C67-2854-CA42993446D4}"/>
                  </a:ext>
                </a:extLst>
              </p:cNvPr>
              <p:cNvCxnSpPr>
                <a:cxnSpLocks/>
                <a:stCxn id="27" idx="6"/>
                <a:endCxn id="13" idx="1"/>
              </p:cNvCxnSpPr>
              <p:nvPr/>
            </p:nvCxnSpPr>
            <p:spPr>
              <a:xfrm>
                <a:off x="3423600" y="3446328"/>
                <a:ext cx="404360" cy="280832"/>
              </a:xfrm>
              <a:prstGeom prst="line">
                <a:avLst/>
              </a:prstGeom>
              <a:ln w="3175"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직선 연결선 32">
                <a:extLst>
                  <a:ext uri="{FF2B5EF4-FFF2-40B4-BE49-F238E27FC236}">
                    <a16:creationId xmlns:a16="http://schemas.microsoft.com/office/drawing/2014/main" id="{43808BAF-20DD-FCFE-87D6-D5606B546FC6}"/>
                  </a:ext>
                </a:extLst>
              </p:cNvPr>
              <p:cNvCxnSpPr>
                <a:cxnSpLocks/>
                <a:stCxn id="27" idx="4"/>
                <a:endCxn id="26" idx="0"/>
              </p:cNvCxnSpPr>
              <p:nvPr/>
            </p:nvCxnSpPr>
            <p:spPr>
              <a:xfrm>
                <a:off x="3369600" y="3500328"/>
                <a:ext cx="46619" cy="1074500"/>
              </a:xfrm>
              <a:prstGeom prst="line">
                <a:avLst/>
              </a:prstGeom>
              <a:ln w="3175"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직선 연결선 33">
                <a:extLst>
                  <a:ext uri="{FF2B5EF4-FFF2-40B4-BE49-F238E27FC236}">
                    <a16:creationId xmlns:a16="http://schemas.microsoft.com/office/drawing/2014/main" id="{48C87F77-3156-A4E0-36A9-FC48DCD624CA}"/>
                  </a:ext>
                </a:extLst>
              </p:cNvPr>
              <p:cNvCxnSpPr>
                <a:cxnSpLocks/>
                <a:stCxn id="27" idx="5"/>
                <a:endCxn id="22" idx="1"/>
              </p:cNvCxnSpPr>
              <p:nvPr/>
            </p:nvCxnSpPr>
            <p:spPr>
              <a:xfrm>
                <a:off x="3407784" y="3484512"/>
                <a:ext cx="193632" cy="679665"/>
              </a:xfrm>
              <a:prstGeom prst="line">
                <a:avLst/>
              </a:prstGeom>
              <a:ln w="3175"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직선 연결선 35">
                <a:extLst>
                  <a:ext uri="{FF2B5EF4-FFF2-40B4-BE49-F238E27FC236}">
                    <a16:creationId xmlns:a16="http://schemas.microsoft.com/office/drawing/2014/main" id="{708D329C-8BAA-C5E7-CC2E-F120EBA6CA3A}"/>
                  </a:ext>
                </a:extLst>
              </p:cNvPr>
              <p:cNvCxnSpPr>
                <a:cxnSpLocks/>
                <a:stCxn id="13" idx="7"/>
                <a:endCxn id="29" idx="2"/>
              </p:cNvCxnSpPr>
              <p:nvPr/>
            </p:nvCxnSpPr>
            <p:spPr>
              <a:xfrm flipV="1">
                <a:off x="3955240" y="3628800"/>
                <a:ext cx="299779" cy="98360"/>
              </a:xfrm>
              <a:prstGeom prst="line">
                <a:avLst/>
              </a:prstGeom>
              <a:ln w="3175"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직선 연결선 36">
                <a:extLst>
                  <a:ext uri="{FF2B5EF4-FFF2-40B4-BE49-F238E27FC236}">
                    <a16:creationId xmlns:a16="http://schemas.microsoft.com/office/drawing/2014/main" id="{08CDF794-BF5C-D841-666F-CFA7E15D3141}"/>
                  </a:ext>
                </a:extLst>
              </p:cNvPr>
              <p:cNvCxnSpPr>
                <a:cxnSpLocks/>
                <a:stCxn id="13" idx="4"/>
                <a:endCxn id="24" idx="1"/>
              </p:cNvCxnSpPr>
              <p:nvPr/>
            </p:nvCxnSpPr>
            <p:spPr>
              <a:xfrm>
                <a:off x="3891600" y="3880800"/>
                <a:ext cx="128066" cy="405679"/>
              </a:xfrm>
              <a:prstGeom prst="line">
                <a:avLst/>
              </a:prstGeom>
              <a:ln w="3175"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직선 연결선 37">
                <a:extLst>
                  <a:ext uri="{FF2B5EF4-FFF2-40B4-BE49-F238E27FC236}">
                    <a16:creationId xmlns:a16="http://schemas.microsoft.com/office/drawing/2014/main" id="{92020E55-B151-BC96-B8D4-507F4FE2CDE9}"/>
                  </a:ext>
                </a:extLst>
              </p:cNvPr>
              <p:cNvCxnSpPr>
                <a:cxnSpLocks/>
                <a:stCxn id="29" idx="3"/>
                <a:endCxn id="24" idx="0"/>
              </p:cNvCxnSpPr>
              <p:nvPr/>
            </p:nvCxnSpPr>
            <p:spPr>
              <a:xfrm flipH="1">
                <a:off x="4057850" y="3679712"/>
                <a:ext cx="218257" cy="590951"/>
              </a:xfrm>
              <a:prstGeom prst="line">
                <a:avLst/>
              </a:prstGeom>
              <a:ln w="3175"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직선 연결선 39">
                <a:extLst>
                  <a:ext uri="{FF2B5EF4-FFF2-40B4-BE49-F238E27FC236}">
                    <a16:creationId xmlns:a16="http://schemas.microsoft.com/office/drawing/2014/main" id="{AD4A79CF-EF1F-2DAC-711C-B1BFB880960E}"/>
                  </a:ext>
                </a:extLst>
              </p:cNvPr>
              <p:cNvCxnSpPr>
                <a:cxnSpLocks/>
                <a:stCxn id="29" idx="4"/>
                <a:endCxn id="30" idx="0"/>
              </p:cNvCxnSpPr>
              <p:nvPr/>
            </p:nvCxnSpPr>
            <p:spPr>
              <a:xfrm flipH="1">
                <a:off x="4240869" y="3700800"/>
                <a:ext cx="86150" cy="1090886"/>
              </a:xfrm>
              <a:prstGeom prst="line">
                <a:avLst/>
              </a:prstGeom>
              <a:ln w="3175"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직선 연결선 40">
                <a:extLst>
                  <a:ext uri="{FF2B5EF4-FFF2-40B4-BE49-F238E27FC236}">
                    <a16:creationId xmlns:a16="http://schemas.microsoft.com/office/drawing/2014/main" id="{5573434B-6206-52F6-2AA4-270BDB5179DE}"/>
                  </a:ext>
                </a:extLst>
              </p:cNvPr>
              <p:cNvCxnSpPr>
                <a:cxnSpLocks/>
                <a:stCxn id="13" idx="3"/>
                <a:endCxn id="22" idx="7"/>
              </p:cNvCxnSpPr>
              <p:nvPr/>
            </p:nvCxnSpPr>
            <p:spPr>
              <a:xfrm flipH="1">
                <a:off x="3677784" y="3854440"/>
                <a:ext cx="150176" cy="309737"/>
              </a:xfrm>
              <a:prstGeom prst="line">
                <a:avLst/>
              </a:prstGeom>
              <a:ln w="3175"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직선 연결선 42">
                <a:extLst>
                  <a:ext uri="{FF2B5EF4-FFF2-40B4-BE49-F238E27FC236}">
                    <a16:creationId xmlns:a16="http://schemas.microsoft.com/office/drawing/2014/main" id="{5793019D-2794-F845-4FB6-174A113C8C77}"/>
                  </a:ext>
                </a:extLst>
              </p:cNvPr>
              <p:cNvCxnSpPr>
                <a:cxnSpLocks/>
                <a:stCxn id="22" idx="3"/>
                <a:endCxn id="26" idx="7"/>
              </p:cNvCxnSpPr>
              <p:nvPr/>
            </p:nvCxnSpPr>
            <p:spPr>
              <a:xfrm flipH="1">
                <a:off x="3467131" y="4240545"/>
                <a:ext cx="134285" cy="355371"/>
              </a:xfrm>
              <a:prstGeom prst="line">
                <a:avLst/>
              </a:prstGeom>
              <a:ln w="3175"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직선 연결선 43">
                <a:extLst>
                  <a:ext uri="{FF2B5EF4-FFF2-40B4-BE49-F238E27FC236}">
                    <a16:creationId xmlns:a16="http://schemas.microsoft.com/office/drawing/2014/main" id="{258BB2E5-BCCC-D7F0-9117-980F58DC4453}"/>
                  </a:ext>
                </a:extLst>
              </p:cNvPr>
              <p:cNvCxnSpPr>
                <a:cxnSpLocks/>
                <a:stCxn id="30" idx="2"/>
                <a:endCxn id="26" idx="5"/>
              </p:cNvCxnSpPr>
              <p:nvPr/>
            </p:nvCxnSpPr>
            <p:spPr>
              <a:xfrm flipH="1" flipV="1">
                <a:off x="3467131" y="4697740"/>
                <a:ext cx="705338" cy="158746"/>
              </a:xfrm>
              <a:prstGeom prst="line">
                <a:avLst/>
              </a:prstGeom>
              <a:ln w="3175"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직선 연결선 44">
                <a:extLst>
                  <a:ext uri="{FF2B5EF4-FFF2-40B4-BE49-F238E27FC236}">
                    <a16:creationId xmlns:a16="http://schemas.microsoft.com/office/drawing/2014/main" id="{BAAD94A7-2CFC-6593-320C-D2FA5F656E70}"/>
                  </a:ext>
                </a:extLst>
              </p:cNvPr>
              <p:cNvCxnSpPr>
                <a:cxnSpLocks/>
                <a:stCxn id="24" idx="3"/>
                <a:endCxn id="26" idx="6"/>
              </p:cNvCxnSpPr>
              <p:nvPr/>
            </p:nvCxnSpPr>
            <p:spPr>
              <a:xfrm flipH="1">
                <a:off x="3488219" y="4362847"/>
                <a:ext cx="531447" cy="283981"/>
              </a:xfrm>
              <a:prstGeom prst="line">
                <a:avLst/>
              </a:prstGeom>
              <a:ln w="3175"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직선 연결선 45">
                <a:extLst>
                  <a:ext uri="{FF2B5EF4-FFF2-40B4-BE49-F238E27FC236}">
                    <a16:creationId xmlns:a16="http://schemas.microsoft.com/office/drawing/2014/main" id="{FA09EEC0-AC39-F166-A1AE-A6BCA351F6DF}"/>
                  </a:ext>
                </a:extLst>
              </p:cNvPr>
              <p:cNvCxnSpPr>
                <a:cxnSpLocks/>
                <a:stCxn id="24" idx="4"/>
                <a:endCxn id="30" idx="1"/>
              </p:cNvCxnSpPr>
              <p:nvPr/>
            </p:nvCxnSpPr>
            <p:spPr>
              <a:xfrm>
                <a:off x="4057850" y="4378663"/>
                <a:ext cx="134653" cy="432002"/>
              </a:xfrm>
              <a:prstGeom prst="line">
                <a:avLst/>
              </a:prstGeom>
              <a:ln w="3175"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직선 연결선 46">
                <a:extLst>
                  <a:ext uri="{FF2B5EF4-FFF2-40B4-BE49-F238E27FC236}">
                    <a16:creationId xmlns:a16="http://schemas.microsoft.com/office/drawing/2014/main" id="{E3DDE5E8-C57E-4B1F-B87E-21CFB8F4416A}"/>
                  </a:ext>
                </a:extLst>
              </p:cNvPr>
              <p:cNvCxnSpPr>
                <a:cxnSpLocks/>
                <a:stCxn id="22" idx="5"/>
                <a:endCxn id="24" idx="2"/>
              </p:cNvCxnSpPr>
              <p:nvPr/>
            </p:nvCxnSpPr>
            <p:spPr>
              <a:xfrm>
                <a:off x="3677784" y="4240545"/>
                <a:ext cx="326066" cy="84118"/>
              </a:xfrm>
              <a:prstGeom prst="line">
                <a:avLst/>
              </a:prstGeom>
              <a:ln w="3175"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14354664-08C6-3F94-EF3A-71BF479C8FAC}"/>
                </a:ext>
              </a:extLst>
            </p:cNvPr>
            <p:cNvSpPr txBox="1"/>
            <p:nvPr/>
          </p:nvSpPr>
          <p:spPr>
            <a:xfrm>
              <a:off x="5464656" y="3621056"/>
              <a:ext cx="98118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600" dirty="0">
                  <a:solidFill>
                    <a:schemeClr val="bg1">
                      <a:lumMod val="65000"/>
                    </a:schemeClr>
                  </a:solidFill>
                </a:rPr>
                <a:t>NoSQL</a:t>
              </a:r>
              <a:endParaRPr lang="ko-KR" altLang="en-US" sz="1600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29D77DC3-9D01-5EE1-5850-E464032EF941}"/>
                </a:ext>
              </a:extLst>
            </p:cNvPr>
            <p:cNvSpPr txBox="1"/>
            <p:nvPr/>
          </p:nvSpPr>
          <p:spPr>
            <a:xfrm>
              <a:off x="3905578" y="3496230"/>
              <a:ext cx="92098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600" dirty="0">
                  <a:solidFill>
                    <a:schemeClr val="bg1">
                      <a:lumMod val="65000"/>
                    </a:schemeClr>
                  </a:solidFill>
                </a:rPr>
                <a:t>Spring</a:t>
              </a:r>
              <a:endParaRPr lang="ko-KR" altLang="en-US" sz="1600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68F46EA5-DBBC-F7C2-8DC8-D1DEF0C76DF6}"/>
                </a:ext>
              </a:extLst>
            </p:cNvPr>
            <p:cNvSpPr txBox="1"/>
            <p:nvPr/>
          </p:nvSpPr>
          <p:spPr>
            <a:xfrm>
              <a:off x="3163751" y="2402156"/>
              <a:ext cx="499259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4400" dirty="0">
                  <a:solidFill>
                    <a:schemeClr val="bg1">
                      <a:lumMod val="75000"/>
                    </a:schemeClr>
                  </a:solidFill>
                </a:rPr>
                <a:t>+</a:t>
              </a:r>
              <a:endParaRPr lang="ko-KR" altLang="en-US" sz="4400" dirty="0">
                <a:solidFill>
                  <a:schemeClr val="bg1">
                    <a:lumMod val="75000"/>
                  </a:schemeClr>
                </a:solidFill>
              </a:endParaRP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75EA5798-CE3E-4DA2-6F00-CDA19B5FB864}"/>
                </a:ext>
              </a:extLst>
            </p:cNvPr>
            <p:cNvSpPr txBox="1"/>
            <p:nvPr/>
          </p:nvSpPr>
          <p:spPr>
            <a:xfrm>
              <a:off x="4898313" y="2412629"/>
              <a:ext cx="499259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4400" dirty="0">
                  <a:solidFill>
                    <a:schemeClr val="bg1">
                      <a:lumMod val="75000"/>
                    </a:schemeClr>
                  </a:solidFill>
                </a:rPr>
                <a:t>+</a:t>
              </a:r>
              <a:endParaRPr lang="ko-KR" altLang="en-US" sz="4400" dirty="0">
                <a:solidFill>
                  <a:schemeClr val="bg1">
                    <a:lumMod val="75000"/>
                  </a:schemeClr>
                </a:solidFill>
              </a:endParaRPr>
            </a:p>
          </p:txBody>
        </p:sp>
        <p:pic>
          <p:nvPicPr>
            <p:cNvPr id="92" name="그림 91">
              <a:extLst>
                <a:ext uri="{FF2B5EF4-FFF2-40B4-BE49-F238E27FC236}">
                  <a16:creationId xmlns:a16="http://schemas.microsoft.com/office/drawing/2014/main" id="{A36A37AB-7255-8E56-5E06-B358A6B2E0CB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2616914" y="1278554"/>
              <a:ext cx="487748" cy="480127"/>
            </a:xfrm>
            <a:prstGeom prst="rect">
              <a:avLst/>
            </a:prstGeom>
          </p:spPr>
        </p:pic>
        <p:pic>
          <p:nvPicPr>
            <p:cNvPr id="94" name="그림 93">
              <a:extLst>
                <a:ext uri="{FF2B5EF4-FFF2-40B4-BE49-F238E27FC236}">
                  <a16:creationId xmlns:a16="http://schemas.microsoft.com/office/drawing/2014/main" id="{5972850C-5847-2290-9328-F97782E04FF9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3515338" y="1269024"/>
              <a:ext cx="487748" cy="495369"/>
            </a:xfrm>
            <a:prstGeom prst="rect">
              <a:avLst/>
            </a:prstGeom>
          </p:spPr>
        </p:pic>
        <p:pic>
          <p:nvPicPr>
            <p:cNvPr id="96" name="그림 95">
              <a:extLst>
                <a:ext uri="{FF2B5EF4-FFF2-40B4-BE49-F238E27FC236}">
                  <a16:creationId xmlns:a16="http://schemas.microsoft.com/office/drawing/2014/main" id="{E0311A34-4F31-4D4C-B81D-1A69594C9C57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4413762" y="1278551"/>
              <a:ext cx="480127" cy="495369"/>
            </a:xfrm>
            <a:prstGeom prst="rect">
              <a:avLst/>
            </a:prstGeom>
          </p:spPr>
        </p:pic>
        <p:pic>
          <p:nvPicPr>
            <p:cNvPr id="98" name="그림 97">
              <a:extLst>
                <a:ext uri="{FF2B5EF4-FFF2-40B4-BE49-F238E27FC236}">
                  <a16:creationId xmlns:a16="http://schemas.microsoft.com/office/drawing/2014/main" id="{7E17A8F5-72D7-6EDD-8A54-65F921497618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5304566" y="1265772"/>
              <a:ext cx="472506" cy="480127"/>
            </a:xfrm>
            <a:prstGeom prst="rect">
              <a:avLst/>
            </a:prstGeom>
          </p:spPr>
        </p:pic>
        <p:sp>
          <p:nvSpPr>
            <p:cNvPr id="99" name="TextBox 98">
              <a:extLst>
                <a:ext uri="{FF2B5EF4-FFF2-40B4-BE49-F238E27FC236}">
                  <a16:creationId xmlns:a16="http://schemas.microsoft.com/office/drawing/2014/main" id="{4F579F2B-DD6F-D001-9652-29D30C408C68}"/>
                </a:ext>
              </a:extLst>
            </p:cNvPr>
            <p:cNvSpPr txBox="1"/>
            <p:nvPr/>
          </p:nvSpPr>
          <p:spPr>
            <a:xfrm>
              <a:off x="2475351" y="1840876"/>
              <a:ext cx="3422325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4000" b="1" i="1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OAuth 2.0</a:t>
              </a:r>
              <a:endParaRPr lang="ko-KR" altLang="en-US" sz="4000" b="1" i="1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064271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F1FF7A25-F9C6-24FD-5056-47332A882B9E}"/>
              </a:ext>
            </a:extLst>
          </p:cNvPr>
          <p:cNvSpPr/>
          <p:nvPr/>
        </p:nvSpPr>
        <p:spPr>
          <a:xfrm>
            <a:off x="1295400" y="1023938"/>
            <a:ext cx="6192838" cy="33115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noFill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64BF9BE-F5CB-D4AC-4273-20E9E2AA56EB}"/>
              </a:ext>
            </a:extLst>
          </p:cNvPr>
          <p:cNvSpPr txBox="1"/>
          <p:nvPr/>
        </p:nvSpPr>
        <p:spPr>
          <a:xfrm>
            <a:off x="1295400" y="1131061"/>
            <a:ext cx="61928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Microservices &amp; Apache Kafka</a:t>
            </a:r>
            <a:endParaRPr lang="ko-KR" altLang="en-US" sz="20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4" name="그래픽 3">
            <a:extLst>
              <a:ext uri="{FF2B5EF4-FFF2-40B4-BE49-F238E27FC236}">
                <a16:creationId xmlns:a16="http://schemas.microsoft.com/office/drawing/2014/main" id="{0DD7E828-A565-5A2C-97AF-AE5D57497E4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231382" y="2458628"/>
            <a:ext cx="320874" cy="521746"/>
          </a:xfrm>
          <a:prstGeom prst="rect">
            <a:avLst/>
          </a:prstGeom>
        </p:spPr>
      </p:pic>
      <p:sp>
        <p:nvSpPr>
          <p:cNvPr id="14" name="정육면체 13">
            <a:extLst>
              <a:ext uri="{FF2B5EF4-FFF2-40B4-BE49-F238E27FC236}">
                <a16:creationId xmlns:a16="http://schemas.microsoft.com/office/drawing/2014/main" id="{D65E017A-BFD8-31A3-EAA6-3DD527148A4E}"/>
              </a:ext>
            </a:extLst>
          </p:cNvPr>
          <p:cNvSpPr/>
          <p:nvPr/>
        </p:nvSpPr>
        <p:spPr>
          <a:xfrm>
            <a:off x="2684394" y="2631056"/>
            <a:ext cx="342522" cy="285750"/>
          </a:xfrm>
          <a:prstGeom prst="cube">
            <a:avLst>
              <a:gd name="adj" fmla="val 39286"/>
            </a:avLst>
          </a:prstGeom>
          <a:noFill/>
          <a:ln w="127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7BF2D824-E335-D43D-3CCA-833BDC257B24}"/>
              </a:ext>
            </a:extLst>
          </p:cNvPr>
          <p:cNvCxnSpPr>
            <a:cxnSpLocks/>
            <a:stCxn id="14" idx="5"/>
            <a:endCxn id="4" idx="1"/>
          </p:cNvCxnSpPr>
          <p:nvPr/>
        </p:nvCxnSpPr>
        <p:spPr>
          <a:xfrm>
            <a:off x="3026916" y="2717801"/>
            <a:ext cx="1204466" cy="1700"/>
          </a:xfrm>
          <a:prstGeom prst="line">
            <a:avLst/>
          </a:prstGeom>
          <a:ln w="3175">
            <a:solidFill>
              <a:srgbClr val="00B0F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구름 70">
            <a:extLst>
              <a:ext uri="{FF2B5EF4-FFF2-40B4-BE49-F238E27FC236}">
                <a16:creationId xmlns:a16="http://schemas.microsoft.com/office/drawing/2014/main" id="{34BBC60D-1B27-ED6E-16BE-4F5BC7CA1E3B}"/>
              </a:ext>
            </a:extLst>
          </p:cNvPr>
          <p:cNvSpPr/>
          <p:nvPr/>
        </p:nvSpPr>
        <p:spPr>
          <a:xfrm>
            <a:off x="1822450" y="1644650"/>
            <a:ext cx="4870828" cy="2367789"/>
          </a:xfrm>
          <a:prstGeom prst="cloud">
            <a:avLst/>
          </a:prstGeom>
          <a:noFill/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77" name="그림 76" descr="그래픽, 폰트, 로고, 상징이(가) 표시된 사진&#10;&#10;자동 생성된 설명">
            <a:extLst>
              <a:ext uri="{FF2B5EF4-FFF2-40B4-BE49-F238E27FC236}">
                <a16:creationId xmlns:a16="http://schemas.microsoft.com/office/drawing/2014/main" id="{9CEF2913-1D2C-0E2B-FD8E-836ABD7DA92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82295" y="3260040"/>
            <a:ext cx="1219048" cy="1219048"/>
          </a:xfrm>
          <a:prstGeom prst="rect">
            <a:avLst/>
          </a:prstGeom>
        </p:spPr>
      </p:pic>
      <p:sp>
        <p:nvSpPr>
          <p:cNvPr id="81" name="정육면체 80">
            <a:extLst>
              <a:ext uri="{FF2B5EF4-FFF2-40B4-BE49-F238E27FC236}">
                <a16:creationId xmlns:a16="http://schemas.microsoft.com/office/drawing/2014/main" id="{08E530A8-6C5C-40F2-4B50-2E4B688F679F}"/>
              </a:ext>
            </a:extLst>
          </p:cNvPr>
          <p:cNvSpPr/>
          <p:nvPr/>
        </p:nvSpPr>
        <p:spPr>
          <a:xfrm>
            <a:off x="3347509" y="3080220"/>
            <a:ext cx="342522" cy="285750"/>
          </a:xfrm>
          <a:prstGeom prst="cube">
            <a:avLst>
              <a:gd name="adj" fmla="val 39286"/>
            </a:avLst>
          </a:prstGeom>
          <a:noFill/>
          <a:ln w="12700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3" name="정육면체 82">
            <a:extLst>
              <a:ext uri="{FF2B5EF4-FFF2-40B4-BE49-F238E27FC236}">
                <a16:creationId xmlns:a16="http://schemas.microsoft.com/office/drawing/2014/main" id="{C9461AAD-7FC3-EA9E-E466-A19C4A71C021}"/>
              </a:ext>
            </a:extLst>
          </p:cNvPr>
          <p:cNvSpPr/>
          <p:nvPr/>
        </p:nvSpPr>
        <p:spPr>
          <a:xfrm>
            <a:off x="3684440" y="1996047"/>
            <a:ext cx="342522" cy="285750"/>
          </a:xfrm>
          <a:prstGeom prst="cube">
            <a:avLst>
              <a:gd name="adj" fmla="val 39286"/>
            </a:avLst>
          </a:prstGeom>
          <a:noFill/>
          <a:ln w="127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4" name="정육면체 83">
            <a:extLst>
              <a:ext uri="{FF2B5EF4-FFF2-40B4-BE49-F238E27FC236}">
                <a16:creationId xmlns:a16="http://schemas.microsoft.com/office/drawing/2014/main" id="{AF2EF929-084B-9697-C2CB-2EEAB6E86356}"/>
              </a:ext>
            </a:extLst>
          </p:cNvPr>
          <p:cNvSpPr/>
          <p:nvPr/>
        </p:nvSpPr>
        <p:spPr>
          <a:xfrm>
            <a:off x="5585461" y="2272119"/>
            <a:ext cx="342522" cy="285750"/>
          </a:xfrm>
          <a:prstGeom prst="cube">
            <a:avLst>
              <a:gd name="adj" fmla="val 39286"/>
            </a:avLst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5" name="정육면체 84">
            <a:extLst>
              <a:ext uri="{FF2B5EF4-FFF2-40B4-BE49-F238E27FC236}">
                <a16:creationId xmlns:a16="http://schemas.microsoft.com/office/drawing/2014/main" id="{BE3A8847-3AA2-9757-67E0-E243691F65BD}"/>
              </a:ext>
            </a:extLst>
          </p:cNvPr>
          <p:cNvSpPr/>
          <p:nvPr/>
        </p:nvSpPr>
        <p:spPr>
          <a:xfrm>
            <a:off x="4924958" y="3064332"/>
            <a:ext cx="342522" cy="285750"/>
          </a:xfrm>
          <a:prstGeom prst="cube">
            <a:avLst>
              <a:gd name="adj" fmla="val 39286"/>
            </a:avLst>
          </a:prstGeom>
          <a:noFill/>
          <a:ln w="127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86" name="직선 연결선 85">
            <a:extLst>
              <a:ext uri="{FF2B5EF4-FFF2-40B4-BE49-F238E27FC236}">
                <a16:creationId xmlns:a16="http://schemas.microsoft.com/office/drawing/2014/main" id="{0A4507DA-20CA-B2C9-A201-58B403B57E99}"/>
              </a:ext>
            </a:extLst>
          </p:cNvPr>
          <p:cNvCxnSpPr>
            <a:cxnSpLocks/>
            <a:stCxn id="83" idx="3"/>
          </p:cNvCxnSpPr>
          <p:nvPr/>
        </p:nvCxnSpPr>
        <p:spPr>
          <a:xfrm rot="16200000" flipH="1">
            <a:off x="3940453" y="2140914"/>
            <a:ext cx="185621" cy="467385"/>
          </a:xfrm>
          <a:prstGeom prst="bentConnector2">
            <a:avLst/>
          </a:prstGeom>
          <a:ln w="3175">
            <a:solidFill>
              <a:schemeClr val="accent1">
                <a:lumMod val="75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직선 연결선 91">
            <a:extLst>
              <a:ext uri="{FF2B5EF4-FFF2-40B4-BE49-F238E27FC236}">
                <a16:creationId xmlns:a16="http://schemas.microsoft.com/office/drawing/2014/main" id="{7BF0ED4D-9917-9733-70F2-AC12C16A34DC}"/>
              </a:ext>
            </a:extLst>
          </p:cNvPr>
          <p:cNvCxnSpPr>
            <a:cxnSpLocks/>
            <a:stCxn id="81" idx="5"/>
            <a:endCxn id="4" idx="2"/>
          </p:cNvCxnSpPr>
          <p:nvPr/>
        </p:nvCxnSpPr>
        <p:spPr>
          <a:xfrm flipV="1">
            <a:off x="3690031" y="2980374"/>
            <a:ext cx="701788" cy="186591"/>
          </a:xfrm>
          <a:prstGeom prst="bentConnector2">
            <a:avLst/>
          </a:prstGeom>
          <a:ln w="3175">
            <a:solidFill>
              <a:schemeClr val="accent4">
                <a:lumMod val="75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직선 연결선 91">
            <a:extLst>
              <a:ext uri="{FF2B5EF4-FFF2-40B4-BE49-F238E27FC236}">
                <a16:creationId xmlns:a16="http://schemas.microsoft.com/office/drawing/2014/main" id="{5BCF6254-0D3A-890F-F01C-ED9EDF50440A}"/>
              </a:ext>
            </a:extLst>
          </p:cNvPr>
          <p:cNvCxnSpPr>
            <a:cxnSpLocks/>
            <a:stCxn id="85" idx="0"/>
            <a:endCxn id="4" idx="3"/>
          </p:cNvCxnSpPr>
          <p:nvPr/>
        </p:nvCxnSpPr>
        <p:spPr>
          <a:xfrm rot="16200000" flipV="1">
            <a:off x="4679888" y="2591870"/>
            <a:ext cx="344831" cy="600093"/>
          </a:xfrm>
          <a:prstGeom prst="bentConnector2">
            <a:avLst/>
          </a:prstGeom>
          <a:ln w="3175">
            <a:solidFill>
              <a:srgbClr val="00B05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직선 연결선 91">
            <a:extLst>
              <a:ext uri="{FF2B5EF4-FFF2-40B4-BE49-F238E27FC236}">
                <a16:creationId xmlns:a16="http://schemas.microsoft.com/office/drawing/2014/main" id="{ABB9F656-DE32-475F-AD0E-629A89820082}"/>
              </a:ext>
            </a:extLst>
          </p:cNvPr>
          <p:cNvCxnSpPr>
            <a:cxnSpLocks/>
            <a:stCxn id="84" idx="2"/>
          </p:cNvCxnSpPr>
          <p:nvPr/>
        </p:nvCxnSpPr>
        <p:spPr>
          <a:xfrm rot="10800000" flipV="1">
            <a:off x="4552257" y="2471124"/>
            <a:ext cx="1033205" cy="100626"/>
          </a:xfrm>
          <a:prstGeom prst="bentConnector3">
            <a:avLst>
              <a:gd name="adj1" fmla="val 50000"/>
            </a:avLst>
          </a:prstGeom>
          <a:ln w="3175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489875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F1FF7A25-F9C6-24FD-5056-47332A882B9E}"/>
              </a:ext>
            </a:extLst>
          </p:cNvPr>
          <p:cNvSpPr/>
          <p:nvPr/>
        </p:nvSpPr>
        <p:spPr>
          <a:xfrm>
            <a:off x="1228725" y="900113"/>
            <a:ext cx="6192838" cy="33115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noFill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83ACF2E2-83D6-E856-79F1-25B2AF0360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7039" y="1152526"/>
            <a:ext cx="4942908" cy="2633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43958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웹사이트이(가) 표시된 사진&#10;&#10;자동 생성된 설명">
            <a:extLst>
              <a:ext uri="{FF2B5EF4-FFF2-40B4-BE49-F238E27FC236}">
                <a16:creationId xmlns:a16="http://schemas.microsoft.com/office/drawing/2014/main" id="{2694BCF6-ADEF-B4FB-4DD3-27D43C8253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3713" y="1276349"/>
            <a:ext cx="5172508" cy="25180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07982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07440980-5D35-A20B-C5B7-642D472A426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25881"/>
          <a:stretch/>
        </p:blipFill>
        <p:spPr>
          <a:xfrm>
            <a:off x="1763713" y="1271842"/>
            <a:ext cx="4931590" cy="2638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83876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8">
          <a:extLst>
            <a:ext uri="{FF2B5EF4-FFF2-40B4-BE49-F238E27FC236}">
              <a16:creationId xmlns:a16="http://schemas.microsoft.com/office/drawing/2014/main" id="{29288F98-2668-0603-8586-A8C636331C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>
            <a:extLst>
              <a:ext uri="{FF2B5EF4-FFF2-40B4-BE49-F238E27FC236}">
                <a16:creationId xmlns:a16="http://schemas.microsoft.com/office/drawing/2014/main" id="{85A7B336-9952-8A3D-B323-426F36D253A0}"/>
              </a:ext>
            </a:extLst>
          </p:cNvPr>
          <p:cNvPicPr preferRelativeResize="0"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1704975" y="1151673"/>
            <a:ext cx="4942800" cy="263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38517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8">
          <a:extLst>
            <a:ext uri="{FF2B5EF4-FFF2-40B4-BE49-F238E27FC236}">
              <a16:creationId xmlns:a16="http://schemas.microsoft.com/office/drawing/2014/main" id="{AD643F50-87BE-81C3-E117-B09EE99A45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686DED1C-C9ED-F330-98D0-0F02B3ADB189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24582"/>
            <a:ext cx="9151474" cy="49189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88315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8">
          <a:extLst>
            <a:ext uri="{FF2B5EF4-FFF2-40B4-BE49-F238E27FC236}">
              <a16:creationId xmlns:a16="http://schemas.microsoft.com/office/drawing/2014/main" id="{0FFFA6D0-97A1-F3FB-5FD5-8D5A3A0C02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텍스트, 지도, 스크린샷이(가) 표시된 사진&#10;&#10;자동 생성된 설명">
            <a:extLst>
              <a:ext uri="{FF2B5EF4-FFF2-40B4-BE49-F238E27FC236}">
                <a16:creationId xmlns:a16="http://schemas.microsoft.com/office/drawing/2014/main" id="{C1B8C153-8D85-AAA7-4B15-49D8639047E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399135" y="-3238531"/>
            <a:ext cx="21745921" cy="3842652"/>
          </a:xfrm>
          <a:prstGeom prst="rect">
            <a:avLst/>
          </a:prstGeom>
          <a:ln w="177800">
            <a:solidFill>
              <a:srgbClr val="262626"/>
            </a:solidFill>
          </a:ln>
        </p:spPr>
      </p:pic>
      <p:pic>
        <p:nvPicPr>
          <p:cNvPr id="5" name="그림 4" descr="텍스트, 지도, 멀티미디어 소프트웨어, 그래픽 소프트웨어이(가) 표시된 사진&#10;&#10;자동 생성된 설명">
            <a:extLst>
              <a:ext uri="{FF2B5EF4-FFF2-40B4-BE49-F238E27FC236}">
                <a16:creationId xmlns:a16="http://schemas.microsoft.com/office/drawing/2014/main" id="{32C74B67-82D0-A7E8-0AD4-BC16107FD5F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399135" y="1143073"/>
            <a:ext cx="21721859" cy="3842652"/>
          </a:xfrm>
          <a:prstGeom prst="rect">
            <a:avLst/>
          </a:prstGeom>
          <a:ln w="177800">
            <a:solidFill>
              <a:srgbClr val="262626"/>
            </a:solidFill>
          </a:ln>
        </p:spPr>
      </p:pic>
    </p:spTree>
    <p:extLst>
      <p:ext uri="{BB962C8B-B14F-4D97-AF65-F5344CB8AC3E}">
        <p14:creationId xmlns:p14="http://schemas.microsoft.com/office/powerpoint/2010/main" val="4087893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>
            <a:extLst>
              <a:ext uri="{FF2B5EF4-FFF2-40B4-BE49-F238E27FC236}">
                <a16:creationId xmlns:a16="http://schemas.microsoft.com/office/drawing/2014/main" id="{22098288-871E-95F7-B204-86DF5BC97601}"/>
              </a:ext>
            </a:extLst>
          </p:cNvPr>
          <p:cNvGrpSpPr/>
          <p:nvPr/>
        </p:nvGrpSpPr>
        <p:grpSpPr>
          <a:xfrm>
            <a:off x="1295400" y="1023938"/>
            <a:ext cx="6192838" cy="3311525"/>
            <a:chOff x="1295400" y="1023938"/>
            <a:chExt cx="6192838" cy="3311525"/>
          </a:xfrm>
        </p:grpSpPr>
        <p:sp>
          <p:nvSpPr>
            <p:cNvPr id="2" name="직사각형 1">
              <a:extLst>
                <a:ext uri="{FF2B5EF4-FFF2-40B4-BE49-F238E27FC236}">
                  <a16:creationId xmlns:a16="http://schemas.microsoft.com/office/drawing/2014/main" id="{F1FF7A25-F9C6-24FD-5056-47332A882B9E}"/>
                </a:ext>
              </a:extLst>
            </p:cNvPr>
            <p:cNvSpPr/>
            <p:nvPr/>
          </p:nvSpPr>
          <p:spPr>
            <a:xfrm>
              <a:off x="1295400" y="1023938"/>
              <a:ext cx="6192838" cy="331152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noFill/>
              </a:endParaRPr>
            </a:p>
          </p:txBody>
        </p:sp>
        <p:pic>
          <p:nvPicPr>
            <p:cNvPr id="4" name="그림 3" descr="텍스트이(가) 표시된 사진&#10;&#10;자동 생성된 설명">
              <a:extLst>
                <a:ext uri="{FF2B5EF4-FFF2-40B4-BE49-F238E27FC236}">
                  <a16:creationId xmlns:a16="http://schemas.microsoft.com/office/drawing/2014/main" id="{8FFE9F9D-D61D-E1BD-4B7A-E65FA3BF51C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763713" y="1276350"/>
              <a:ext cx="4989887" cy="276548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4878163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그룹 6">
            <a:extLst>
              <a:ext uri="{FF2B5EF4-FFF2-40B4-BE49-F238E27FC236}">
                <a16:creationId xmlns:a16="http://schemas.microsoft.com/office/drawing/2014/main" id="{EF839F23-E20D-1565-849C-1CEBB39C4EBC}"/>
              </a:ext>
            </a:extLst>
          </p:cNvPr>
          <p:cNvGrpSpPr/>
          <p:nvPr/>
        </p:nvGrpSpPr>
        <p:grpSpPr>
          <a:xfrm>
            <a:off x="1295400" y="1023938"/>
            <a:ext cx="6192838" cy="3311525"/>
            <a:chOff x="1295400" y="1023938"/>
            <a:chExt cx="6192838" cy="3311525"/>
          </a:xfrm>
        </p:grpSpPr>
        <p:sp>
          <p:nvSpPr>
            <p:cNvPr id="2" name="직사각형 1">
              <a:extLst>
                <a:ext uri="{FF2B5EF4-FFF2-40B4-BE49-F238E27FC236}">
                  <a16:creationId xmlns:a16="http://schemas.microsoft.com/office/drawing/2014/main" id="{F1FF7A25-F9C6-24FD-5056-47332A882B9E}"/>
                </a:ext>
              </a:extLst>
            </p:cNvPr>
            <p:cNvSpPr/>
            <p:nvPr/>
          </p:nvSpPr>
          <p:spPr>
            <a:xfrm>
              <a:off x="1295400" y="1023938"/>
              <a:ext cx="6192838" cy="331152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noFill/>
              </a:endParaRPr>
            </a:p>
          </p:txBody>
        </p:sp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9DBE53AE-7AA5-7D2B-35FD-F37B4FD5605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763714" y="1276350"/>
              <a:ext cx="5003799" cy="276285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5032254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그룹 10">
            <a:extLst>
              <a:ext uri="{FF2B5EF4-FFF2-40B4-BE49-F238E27FC236}">
                <a16:creationId xmlns:a16="http://schemas.microsoft.com/office/drawing/2014/main" id="{F77820E2-21A1-9E2B-451D-1B7EC4B01CA2}"/>
              </a:ext>
            </a:extLst>
          </p:cNvPr>
          <p:cNvGrpSpPr/>
          <p:nvPr/>
        </p:nvGrpSpPr>
        <p:grpSpPr>
          <a:xfrm>
            <a:off x="1295400" y="1023938"/>
            <a:ext cx="6192838" cy="3311525"/>
            <a:chOff x="1295400" y="1023938"/>
            <a:chExt cx="6192838" cy="3311525"/>
          </a:xfrm>
        </p:grpSpPr>
        <p:sp>
          <p:nvSpPr>
            <p:cNvPr id="2" name="직사각형 1">
              <a:extLst>
                <a:ext uri="{FF2B5EF4-FFF2-40B4-BE49-F238E27FC236}">
                  <a16:creationId xmlns:a16="http://schemas.microsoft.com/office/drawing/2014/main" id="{F1FF7A25-F9C6-24FD-5056-47332A882B9E}"/>
                </a:ext>
              </a:extLst>
            </p:cNvPr>
            <p:cNvSpPr/>
            <p:nvPr/>
          </p:nvSpPr>
          <p:spPr>
            <a:xfrm>
              <a:off x="1295400" y="1023938"/>
              <a:ext cx="6192838" cy="331152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noFill/>
              </a:endParaRPr>
            </a:p>
          </p:txBody>
        </p:sp>
        <p:pic>
          <p:nvPicPr>
            <p:cNvPr id="10" name="그림 9" descr="웹사이트이(가) 표시된 사진&#10;&#10;자동 생성된 설명">
              <a:extLst>
                <a:ext uri="{FF2B5EF4-FFF2-40B4-BE49-F238E27FC236}">
                  <a16:creationId xmlns:a16="http://schemas.microsoft.com/office/drawing/2014/main" id="{E2F11A84-F74B-8897-8C84-7C45E3CF6EF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676" t="860" r="1260" b="1152"/>
            <a:stretch/>
          </p:blipFill>
          <p:spPr>
            <a:xfrm>
              <a:off x="1771200" y="1281599"/>
              <a:ext cx="5209006" cy="2527201"/>
            </a:xfrm>
            <a:prstGeom prst="rect">
              <a:avLst/>
            </a:prstGeom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29603542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>
            <a:extLst>
              <a:ext uri="{FF2B5EF4-FFF2-40B4-BE49-F238E27FC236}">
                <a16:creationId xmlns:a16="http://schemas.microsoft.com/office/drawing/2014/main" id="{2D1437A5-852D-F2F9-B688-4CF75BFC67CE}"/>
              </a:ext>
            </a:extLst>
          </p:cNvPr>
          <p:cNvGrpSpPr/>
          <p:nvPr/>
        </p:nvGrpSpPr>
        <p:grpSpPr>
          <a:xfrm>
            <a:off x="1295400" y="1023938"/>
            <a:ext cx="6192838" cy="3311525"/>
            <a:chOff x="1295400" y="1023938"/>
            <a:chExt cx="6192838" cy="3311525"/>
          </a:xfrm>
        </p:grpSpPr>
        <p:sp>
          <p:nvSpPr>
            <p:cNvPr id="2" name="직사각형 1">
              <a:extLst>
                <a:ext uri="{FF2B5EF4-FFF2-40B4-BE49-F238E27FC236}">
                  <a16:creationId xmlns:a16="http://schemas.microsoft.com/office/drawing/2014/main" id="{F1FF7A25-F9C6-24FD-5056-47332A882B9E}"/>
                </a:ext>
              </a:extLst>
            </p:cNvPr>
            <p:cNvSpPr/>
            <p:nvPr/>
          </p:nvSpPr>
          <p:spPr>
            <a:xfrm>
              <a:off x="1295400" y="1023938"/>
              <a:ext cx="6192838" cy="331152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noFill/>
              </a:endParaRPr>
            </a:p>
          </p:txBody>
        </p:sp>
        <p:pic>
          <p:nvPicPr>
            <p:cNvPr id="9" name="Google Shape;322;p33">
              <a:extLst>
                <a:ext uri="{FF2B5EF4-FFF2-40B4-BE49-F238E27FC236}">
                  <a16:creationId xmlns:a16="http://schemas.microsoft.com/office/drawing/2014/main" id="{3D191A99-60C5-6306-7D91-FE999456E55C}"/>
                </a:ext>
              </a:extLst>
            </p:cNvPr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102574" y="1241186"/>
              <a:ext cx="1149716" cy="2446577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10" name="Google Shape;1005;p77">
              <a:extLst>
                <a:ext uri="{FF2B5EF4-FFF2-40B4-BE49-F238E27FC236}">
                  <a16:creationId xmlns:a16="http://schemas.microsoft.com/office/drawing/2014/main" id="{200F97B5-3B1E-75FC-ADF6-D360417D10E1}"/>
                </a:ext>
              </a:extLst>
            </p:cNvPr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5394127" y="1241188"/>
              <a:ext cx="1258673" cy="2446573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11" name="Google Shape;691;p56">
              <a:extLst>
                <a:ext uri="{FF2B5EF4-FFF2-40B4-BE49-F238E27FC236}">
                  <a16:creationId xmlns:a16="http://schemas.microsoft.com/office/drawing/2014/main" id="{0D2E8498-6FE8-4CD3-4DDF-C72BF6C9D970}"/>
                </a:ext>
              </a:extLst>
            </p:cNvPr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3748350" y="1241186"/>
              <a:ext cx="1149716" cy="2446577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</p:grpSp>
    </p:spTree>
    <p:extLst>
      <p:ext uri="{BB962C8B-B14F-4D97-AF65-F5344CB8AC3E}">
        <p14:creationId xmlns:p14="http://schemas.microsoft.com/office/powerpoint/2010/main" val="3736839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그룹 14">
            <a:extLst>
              <a:ext uri="{FF2B5EF4-FFF2-40B4-BE49-F238E27FC236}">
                <a16:creationId xmlns:a16="http://schemas.microsoft.com/office/drawing/2014/main" id="{EDB91D06-4B49-7400-F721-D35FB2CB0004}"/>
              </a:ext>
            </a:extLst>
          </p:cNvPr>
          <p:cNvGrpSpPr/>
          <p:nvPr/>
        </p:nvGrpSpPr>
        <p:grpSpPr>
          <a:xfrm>
            <a:off x="1295400" y="1023938"/>
            <a:ext cx="6192838" cy="3311525"/>
            <a:chOff x="1295400" y="1023938"/>
            <a:chExt cx="6192838" cy="3311525"/>
          </a:xfrm>
        </p:grpSpPr>
        <p:sp>
          <p:nvSpPr>
            <p:cNvPr id="2" name="직사각형 1">
              <a:extLst>
                <a:ext uri="{FF2B5EF4-FFF2-40B4-BE49-F238E27FC236}">
                  <a16:creationId xmlns:a16="http://schemas.microsoft.com/office/drawing/2014/main" id="{F1FF7A25-F9C6-24FD-5056-47332A882B9E}"/>
                </a:ext>
              </a:extLst>
            </p:cNvPr>
            <p:cNvSpPr/>
            <p:nvPr/>
          </p:nvSpPr>
          <p:spPr>
            <a:xfrm>
              <a:off x="1295400" y="1023938"/>
              <a:ext cx="6192838" cy="331152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noFill/>
              </a:endParaRPr>
            </a:p>
          </p:txBody>
        </p:sp>
        <p:pic>
          <p:nvPicPr>
            <p:cNvPr id="4" name="그림 3" descr="웹사이트이(가) 표시된 사진&#10;&#10;자동 생성된 설명">
              <a:extLst>
                <a:ext uri="{FF2B5EF4-FFF2-40B4-BE49-F238E27FC236}">
                  <a16:creationId xmlns:a16="http://schemas.microsoft.com/office/drawing/2014/main" id="{6F94B34B-A7E9-3414-7A5A-2C46C459E5A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b="20972"/>
            <a:stretch/>
          </p:blipFill>
          <p:spPr>
            <a:xfrm>
              <a:off x="2087564" y="1247038"/>
              <a:ext cx="1192726" cy="2440725"/>
            </a:xfrm>
            <a:prstGeom prst="rect">
              <a:avLst/>
            </a:prstGeom>
            <a:effectLst>
              <a:outerShdw blurRad="50800" dist="101600" dir="2700000" algn="tl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7" name="그림 6" descr="도표, 텍스트이(가) 표시된 사진&#10;&#10;자동 생성된 설명">
              <a:extLst>
                <a:ext uri="{FF2B5EF4-FFF2-40B4-BE49-F238E27FC236}">
                  <a16:creationId xmlns:a16="http://schemas.microsoft.com/office/drawing/2014/main" id="{777B7889-29A7-A999-2086-00EBD7330FB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b="20972"/>
            <a:stretch/>
          </p:blipFill>
          <p:spPr>
            <a:xfrm>
              <a:off x="3772761" y="1247038"/>
              <a:ext cx="1197348" cy="2440725"/>
            </a:xfrm>
            <a:prstGeom prst="rect">
              <a:avLst/>
            </a:prstGeom>
            <a:effectLst>
              <a:outerShdw blurRad="50800" dist="101600" dir="2700000" algn="tl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12" name="그림 11">
              <a:extLst>
                <a:ext uri="{FF2B5EF4-FFF2-40B4-BE49-F238E27FC236}">
                  <a16:creationId xmlns:a16="http://schemas.microsoft.com/office/drawing/2014/main" id="{BE4AA154-D03B-FF9F-EF39-FD74ECA9117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b="20972"/>
            <a:stretch/>
          </p:blipFill>
          <p:spPr>
            <a:xfrm>
              <a:off x="5462579" y="1247038"/>
              <a:ext cx="1198643" cy="2440725"/>
            </a:xfrm>
            <a:prstGeom prst="rect">
              <a:avLst/>
            </a:prstGeom>
            <a:effectLst>
              <a:outerShdw blurRad="50800" dist="101600" dir="2700000" algn="tl" rotWithShape="0">
                <a:prstClr val="black">
                  <a:alpha val="40000"/>
                </a:prstClr>
              </a:outerShdw>
            </a:effectLst>
          </p:spPr>
        </p:pic>
      </p:grpSp>
    </p:spTree>
    <p:extLst>
      <p:ext uri="{BB962C8B-B14F-4D97-AF65-F5344CB8AC3E}">
        <p14:creationId xmlns:p14="http://schemas.microsoft.com/office/powerpoint/2010/main" val="16674621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F1FF7A25-F9C6-24FD-5056-47332A882B9E}"/>
              </a:ext>
            </a:extLst>
          </p:cNvPr>
          <p:cNvSpPr/>
          <p:nvPr/>
        </p:nvSpPr>
        <p:spPr>
          <a:xfrm>
            <a:off x="1295400" y="1023938"/>
            <a:ext cx="6192838" cy="33115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noFill/>
            </a:endParaRPr>
          </a:p>
        </p:txBody>
      </p:sp>
      <p:pic>
        <p:nvPicPr>
          <p:cNvPr id="5" name="그림 4" descr="지도이(가) 표시된 사진&#10;&#10;자동 생성된 설명">
            <a:extLst>
              <a:ext uri="{FF2B5EF4-FFF2-40B4-BE49-F238E27FC236}">
                <a16:creationId xmlns:a16="http://schemas.microsoft.com/office/drawing/2014/main" id="{305E4736-47A8-304B-8A39-89B7AD5047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4623" y="1239838"/>
            <a:ext cx="1408591" cy="2504162"/>
          </a:xfrm>
          <a:prstGeom prst="rect">
            <a:avLst/>
          </a:prstGeom>
          <a:effectLst>
            <a:outerShdw blurRad="50800" dist="1016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9C82C3A7-A10B-B8F6-89F5-FD95265F4EE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54889" y="1239838"/>
            <a:ext cx="1408591" cy="2504162"/>
          </a:xfrm>
          <a:prstGeom prst="rect">
            <a:avLst/>
          </a:prstGeom>
          <a:effectLst>
            <a:outerShdw blurRad="50800" dist="1016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0" name="그림 9" descr="웹사이트이(가) 표시된 사진&#10;&#10;자동 생성된 설명">
            <a:extLst>
              <a:ext uri="{FF2B5EF4-FFF2-40B4-BE49-F238E27FC236}">
                <a16:creationId xmlns:a16="http://schemas.microsoft.com/office/drawing/2014/main" id="{8293C8DE-8B68-700F-EF99-017217784FA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87564" y="1239838"/>
            <a:ext cx="1186182" cy="2504162"/>
          </a:xfrm>
          <a:prstGeom prst="rect">
            <a:avLst/>
          </a:prstGeom>
          <a:effectLst>
            <a:outerShdw blurRad="50800" dist="1016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09290380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8">
          <a:extLst>
            <a:ext uri="{FF2B5EF4-FFF2-40B4-BE49-F238E27FC236}">
              <a16:creationId xmlns:a16="http://schemas.microsoft.com/office/drawing/2014/main" id="{409BC825-9A99-038A-EE13-F728915DF0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 descr="웹사이트이(가) 표시된 사진&#10;&#10;자동 생성된 설명">
            <a:extLst>
              <a:ext uri="{FF2B5EF4-FFF2-40B4-BE49-F238E27FC236}">
                <a16:creationId xmlns:a16="http://schemas.microsoft.com/office/drawing/2014/main" id="{5FAF2F57-0680-B2D5-7178-F8E5754FAA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7564" y="1239838"/>
            <a:ext cx="1186182" cy="2504162"/>
          </a:xfrm>
          <a:prstGeom prst="rect">
            <a:avLst/>
          </a:prstGeom>
          <a:effectLst>
            <a:outerShdw blurRad="50800" dist="1016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6" name="그림 5" descr="텍스트, 스크린샷, 소프트웨어, 컴퓨터 아이콘이(가) 표시된 사진&#10;&#10;자동 생성된 설명">
            <a:extLst>
              <a:ext uri="{FF2B5EF4-FFF2-40B4-BE49-F238E27FC236}">
                <a16:creationId xmlns:a16="http://schemas.microsoft.com/office/drawing/2014/main" id="{62303E1F-A07D-42CD-4330-7DDD7DB5D11C}"/>
              </a:ext>
            </a:extLst>
          </p:cNvPr>
          <p:cNvPicPr preferRelativeResize="0">
            <a:picLocks/>
          </p:cNvPicPr>
          <p:nvPr/>
        </p:nvPicPr>
        <p:blipFill>
          <a:blip r:embed="rId4"/>
          <a:srcRect t="4443" b="16769"/>
          <a:stretch/>
        </p:blipFill>
        <p:spPr>
          <a:xfrm>
            <a:off x="3437985" y="1246908"/>
            <a:ext cx="1404000" cy="2505600"/>
          </a:xfrm>
          <a:prstGeom prst="rect">
            <a:avLst/>
          </a:prstGeom>
        </p:spPr>
      </p:pic>
      <p:pic>
        <p:nvPicPr>
          <p:cNvPr id="9" name="그림 8" descr="텍스트, 스크린샷, 소프트웨어, 컴퓨터 아이콘이(가) 표시된 사진&#10;&#10;자동 생성된 설명">
            <a:extLst>
              <a:ext uri="{FF2B5EF4-FFF2-40B4-BE49-F238E27FC236}">
                <a16:creationId xmlns:a16="http://schemas.microsoft.com/office/drawing/2014/main" id="{1DCB6114-9470-3264-BD57-BE62F86FCCE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17037"/>
          <a:stretch/>
        </p:blipFill>
        <p:spPr>
          <a:xfrm>
            <a:off x="3382565" y="0"/>
            <a:ext cx="2152326" cy="4267200"/>
          </a:xfrm>
          <a:prstGeom prst="rect">
            <a:avLst/>
          </a:prstGeom>
        </p:spPr>
      </p:pic>
      <p:pic>
        <p:nvPicPr>
          <p:cNvPr id="15" name="그림 14" descr="텍스트, 스크린샷, 소프트웨어, 컴퓨터 아이콘이(가) 표시된 사진&#10;&#10;자동 생성된 설명">
            <a:extLst>
              <a:ext uri="{FF2B5EF4-FFF2-40B4-BE49-F238E27FC236}">
                <a16:creationId xmlns:a16="http://schemas.microsoft.com/office/drawing/2014/main" id="{89B232E3-4F70-AD20-FD07-2AB58D4CD709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7542" b="9495"/>
          <a:stretch/>
        </p:blipFill>
        <p:spPr>
          <a:xfrm>
            <a:off x="5558794" y="0"/>
            <a:ext cx="2137405" cy="426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1088517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1629</TotalTime>
  <Words>21</Words>
  <Application>Microsoft Office PowerPoint</Application>
  <PresentationFormat>화면 슬라이드 쇼(16:9)</PresentationFormat>
  <Paragraphs>15</Paragraphs>
  <Slides>16</Slides>
  <Notes>16</Notes>
  <HiddenSlides>0</HiddenSlides>
  <MMClips>0</MMClips>
  <ScaleCrop>false</ScaleCrop>
  <HeadingPairs>
    <vt:vector size="6" baseType="variant">
      <vt:variant>
        <vt:lpstr>사용한 글꼴</vt:lpstr>
      </vt:variant>
      <vt:variant>
        <vt:i4>1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16</vt:i4>
      </vt:variant>
    </vt:vector>
  </HeadingPairs>
  <TitlesOfParts>
    <vt:vector size="18" baseType="lpstr">
      <vt:lpstr>Arial</vt:lpstr>
      <vt:lpstr>Simple Light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“카카고” 메뉴얼 (앱)-차주</dc:title>
  <cp:lastModifiedBy>jong-bum Lee</cp:lastModifiedBy>
  <cp:revision>5</cp:revision>
  <dcterms:modified xsi:type="dcterms:W3CDTF">2025-02-11T11:07:01Z</dcterms:modified>
</cp:coreProperties>
</file>